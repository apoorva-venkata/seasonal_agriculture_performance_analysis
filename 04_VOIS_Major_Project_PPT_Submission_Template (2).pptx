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17"/>
  </p:notesMasterIdLst>
  <p:sldIdLst>
    <p:sldId id="256" r:id="rId2"/>
    <p:sldId id="257" r:id="rId3"/>
    <p:sldId id="258" r:id="rId4"/>
    <p:sldId id="270"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raharisetti Venkata Apoorva" initials="NV" lastIdx="1" clrIdx="0">
    <p:extLst>
      <p:ext uri="{19B8F6BF-5375-455C-9EA6-DF929625EA0E}">
        <p15:presenceInfo xmlns:p15="http://schemas.microsoft.com/office/powerpoint/2012/main" userId="7ae2802ea24f662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07" y="82"/>
      </p:cViewPr>
      <p:guideLst>
        <p:guide orient="horz" pos="1968"/>
        <p:guide pos="408"/>
        <p:guide orient="horz" pos="3912"/>
        <p:guide pos="7272"/>
        <p:guide orient="horz" pos="16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
        <p:cNvGrpSpPr/>
        <p:nvPr/>
      </p:nvGrpSpPr>
      <p:grpSpPr>
        <a:xfrm>
          <a:off x="0" y="0"/>
          <a:ext cx="0" cy="0"/>
          <a:chOff x="0" y="0"/>
          <a:chExt cx="0" cy="0"/>
        </a:xfrm>
      </p:grpSpPr>
      <p:sp>
        <p:nvSpPr>
          <p:cNvPr id="47" name="Google Shape;47;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51" name="Google Shape;51;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3"/>
        <p:cNvGrpSpPr/>
        <p:nvPr/>
      </p:nvGrpSpPr>
      <p:grpSpPr>
        <a:xfrm>
          <a:off x="0" y="0"/>
          <a:ext cx="0" cy="0"/>
          <a:chOff x="0" y="0"/>
          <a:chExt cx="0" cy="0"/>
        </a:xfrm>
      </p:grpSpPr>
      <p:sp>
        <p:nvSpPr>
          <p:cNvPr id="74" name="Google Shape;74;p2"/>
          <p:cNvSpPr txBox="1">
            <a:spLocks noGrp="1"/>
          </p:cNvSpPr>
          <p:nvPr>
            <p:ph type="body" idx="1"/>
          </p:nvPr>
        </p:nvSpPr>
        <p:spPr>
          <a:xfrm>
            <a:off x="6312871" y="4141999"/>
            <a:ext cx="4220700" cy="8616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228600" algn="l" rtl="0">
              <a:spcBef>
                <a:spcPts val="1000"/>
              </a:spcBef>
              <a:spcAft>
                <a:spcPts val="0"/>
              </a:spcAft>
              <a:buSzPts val="1600"/>
              <a:buNone/>
              <a:defRPr sz="2000"/>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75" name="Google Shape;75;p2"/>
          <p:cNvSpPr/>
          <p:nvPr/>
        </p:nvSpPr>
        <p:spPr>
          <a:xfrm>
            <a:off x="740309" y="1382809"/>
            <a:ext cx="1229700" cy="10599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6" name="Google Shape;76;p2"/>
          <p:cNvSpPr/>
          <p:nvPr/>
        </p:nvSpPr>
        <p:spPr>
          <a:xfrm>
            <a:off x="3755031" y="1194620"/>
            <a:ext cx="1666200" cy="1436400"/>
          </a:xfrm>
          <a:prstGeom prst="hexagon">
            <a:avLst>
              <a:gd name="adj" fmla="val 25000"/>
              <a:gd name="vf" fmla="val 11547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7" name="Google Shape;77;p2"/>
          <p:cNvSpPr/>
          <p:nvPr/>
        </p:nvSpPr>
        <p:spPr>
          <a:xfrm>
            <a:off x="3804994" y="5233183"/>
            <a:ext cx="718200" cy="619200"/>
          </a:xfrm>
          <a:prstGeom prst="hexagon">
            <a:avLst>
              <a:gd name="adj" fmla="val 25000"/>
              <a:gd name="vf" fmla="val 11547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8" name="Google Shape;78;p2"/>
          <p:cNvSpPr/>
          <p:nvPr/>
        </p:nvSpPr>
        <p:spPr>
          <a:xfrm>
            <a:off x="1837838" y="1101306"/>
            <a:ext cx="651600" cy="561600"/>
          </a:xfrm>
          <a:prstGeom prst="hexagon">
            <a:avLst>
              <a:gd name="adj" fmla="val 25000"/>
              <a:gd name="vf" fmla="val 11547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9" name="Google Shape;79;p2"/>
          <p:cNvSpPr>
            <a:spLocks noGrp="1"/>
          </p:cNvSpPr>
          <p:nvPr>
            <p:ph type="pic" idx="2"/>
          </p:nvPr>
        </p:nvSpPr>
        <p:spPr>
          <a:xfrm>
            <a:off x="1571515" y="1914044"/>
            <a:ext cx="3993600" cy="3617700"/>
          </a:xfrm>
          <a:prstGeom prst="rect">
            <a:avLst/>
          </a:prstGeom>
          <a:noFill/>
          <a:ln>
            <a:noFill/>
          </a:ln>
        </p:spPr>
      </p:sp>
      <p:sp>
        <p:nvSpPr>
          <p:cNvPr id="80" name="Google Shape;80;p2"/>
          <p:cNvSpPr txBox="1">
            <a:spLocks noGrp="1"/>
          </p:cNvSpPr>
          <p:nvPr>
            <p:ph type="title"/>
          </p:nvPr>
        </p:nvSpPr>
        <p:spPr>
          <a:xfrm>
            <a:off x="6312871" y="2050552"/>
            <a:ext cx="4998600" cy="1749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1"/>
        <p:cNvGrpSpPr/>
        <p:nvPr/>
      </p:nvGrpSpPr>
      <p:grpSpPr>
        <a:xfrm>
          <a:off x="0" y="0"/>
          <a:ext cx="0" cy="0"/>
          <a:chOff x="0" y="0"/>
          <a:chExt cx="0" cy="0"/>
        </a:xfrm>
      </p:grpSpPr>
      <p:sp>
        <p:nvSpPr>
          <p:cNvPr id="82" name="Google Shape;82;p3"/>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spcBef>
                <a:spcPts val="1000"/>
              </a:spcBef>
              <a:spcAft>
                <a:spcPts val="0"/>
              </a:spcAft>
              <a:buClr>
                <a:schemeClr val="accent4"/>
              </a:buClr>
              <a:buSzPts val="1600"/>
              <a:buFont typeface="Noto Sans Symbols"/>
              <a:buChar char="▪"/>
              <a:defRPr sz="2000"/>
            </a:lvl1pPr>
            <a:lvl2pPr marL="914400" lvl="1" indent="-320040" algn="l" rtl="0">
              <a:spcBef>
                <a:spcPts val="1000"/>
              </a:spcBef>
              <a:spcAft>
                <a:spcPts val="0"/>
              </a:spcAft>
              <a:buClr>
                <a:schemeClr val="accent4"/>
              </a:buClr>
              <a:buSzPts val="1440"/>
              <a:buFont typeface="Noto Sans Symbols"/>
              <a:buChar char="▪"/>
              <a:defRPr sz="1800"/>
            </a:lvl2pPr>
            <a:lvl3pPr marL="1371600" lvl="2" indent="-309880" algn="l" rtl="0">
              <a:spcBef>
                <a:spcPts val="1000"/>
              </a:spcBef>
              <a:spcAft>
                <a:spcPts val="0"/>
              </a:spcAft>
              <a:buClr>
                <a:schemeClr val="accent4"/>
              </a:buClr>
              <a:buSzPts val="1280"/>
              <a:buFont typeface="Noto Sans Symbols"/>
              <a:buChar char="▪"/>
              <a:defRPr sz="1600"/>
            </a:lvl3pPr>
            <a:lvl4pPr marL="1828800" lvl="3" indent="-309880" algn="l" rtl="0">
              <a:spcBef>
                <a:spcPts val="1000"/>
              </a:spcBef>
              <a:spcAft>
                <a:spcPts val="0"/>
              </a:spcAft>
              <a:buClr>
                <a:schemeClr val="accent4"/>
              </a:buClr>
              <a:buSzPts val="1280"/>
              <a:buFont typeface="Noto Sans Symbols"/>
              <a:buChar char="▪"/>
              <a:defRPr sz="1600"/>
            </a:lvl4pPr>
            <a:lvl5pPr marL="2286000" lvl="4" indent="-309879" algn="l" rtl="0">
              <a:spcBef>
                <a:spcPts val="1000"/>
              </a:spcBef>
              <a:spcAft>
                <a:spcPts val="0"/>
              </a:spcAft>
              <a:buClr>
                <a:schemeClr val="accent4"/>
              </a:buClr>
              <a:buSzPts val="1280"/>
              <a:buFont typeface="Noto Sans Symbols"/>
              <a:buChar char="▪"/>
              <a:defRPr sz="1600"/>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83" name="Google Shape;83;p3"/>
          <p:cNvSpPr/>
          <p:nvPr/>
        </p:nvSpPr>
        <p:spPr>
          <a:xfrm>
            <a:off x="9354457" y="5363987"/>
            <a:ext cx="457200" cy="4572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4" name="Google Shape;84;p3"/>
          <p:cNvSpPr/>
          <p:nvPr/>
        </p:nvSpPr>
        <p:spPr>
          <a:xfrm>
            <a:off x="6692791" y="1699889"/>
            <a:ext cx="319800" cy="319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5" name="Google Shape;85;p3"/>
          <p:cNvSpPr/>
          <p:nvPr/>
        </p:nvSpPr>
        <p:spPr>
          <a:xfrm>
            <a:off x="9354457" y="5897738"/>
            <a:ext cx="180000" cy="180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6" name="Google Shape;86;p3"/>
          <p:cNvSpPr>
            <a:spLocks noGrp="1"/>
          </p:cNvSpPr>
          <p:nvPr>
            <p:ph type="pic" idx="2"/>
          </p:nvPr>
        </p:nvSpPr>
        <p:spPr>
          <a:xfrm>
            <a:off x="7090227" y="786181"/>
            <a:ext cx="4441500" cy="5393100"/>
          </a:xfrm>
          <a:prstGeom prst="rect">
            <a:avLst/>
          </a:prstGeom>
          <a:noFill/>
          <a:ln>
            <a:noFill/>
          </a:ln>
        </p:spPr>
      </p:sp>
      <p:sp>
        <p:nvSpPr>
          <p:cNvPr id="87" name="Google Shape;87;p3"/>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88"/>
        <p:cNvGrpSpPr/>
        <p:nvPr/>
      </p:nvGrpSpPr>
      <p:grpSpPr>
        <a:xfrm>
          <a:off x="0" y="0"/>
          <a:ext cx="0" cy="0"/>
          <a:chOff x="0" y="0"/>
          <a:chExt cx="0" cy="0"/>
        </a:xfrm>
      </p:grpSpPr>
      <p:sp>
        <p:nvSpPr>
          <p:cNvPr id="89" name="Google Shape;89;p4"/>
          <p:cNvSpPr/>
          <p:nvPr/>
        </p:nvSpPr>
        <p:spPr>
          <a:xfrm>
            <a:off x="7362825" y="443263"/>
            <a:ext cx="362100" cy="3621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0" name="Google Shape;90;p4"/>
          <p:cNvSpPr/>
          <p:nvPr/>
        </p:nvSpPr>
        <p:spPr>
          <a:xfrm>
            <a:off x="11007246" y="5605994"/>
            <a:ext cx="654300" cy="6543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1" name="Google Shape;91;p4"/>
          <p:cNvSpPr/>
          <p:nvPr/>
        </p:nvSpPr>
        <p:spPr>
          <a:xfrm>
            <a:off x="10683791" y="6132439"/>
            <a:ext cx="251100" cy="2511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2" name="Google Shape;92;p4"/>
          <p:cNvSpPr>
            <a:spLocks noGrp="1"/>
          </p:cNvSpPr>
          <p:nvPr>
            <p:ph type="pic" idx="2"/>
          </p:nvPr>
        </p:nvSpPr>
        <p:spPr>
          <a:xfrm>
            <a:off x="5733416" y="624239"/>
            <a:ext cx="5855700" cy="5631600"/>
          </a:xfrm>
          <a:prstGeom prst="rect">
            <a:avLst/>
          </a:prstGeom>
          <a:noFill/>
          <a:ln>
            <a:noFill/>
          </a:ln>
        </p:spPr>
      </p:sp>
      <p:sp>
        <p:nvSpPr>
          <p:cNvPr id="93" name="Google Shape;93;p4"/>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lnSpc>
                <a:spcPct val="150000"/>
              </a:lnSpc>
              <a:spcBef>
                <a:spcPts val="1000"/>
              </a:spcBef>
              <a:spcAft>
                <a:spcPts val="0"/>
              </a:spcAft>
              <a:buClr>
                <a:schemeClr val="accent4"/>
              </a:buClr>
              <a:buSzPts val="1600"/>
              <a:buFont typeface="Noto Sans Symbols"/>
              <a:buChar char="▪"/>
              <a:defRPr sz="2000"/>
            </a:lvl1pPr>
            <a:lvl2pPr marL="914400" lvl="1" indent="-330200" algn="l" rtl="0">
              <a:spcBef>
                <a:spcPts val="1000"/>
              </a:spcBef>
              <a:spcAft>
                <a:spcPts val="0"/>
              </a:spcAft>
              <a:buClr>
                <a:schemeClr val="accent4"/>
              </a:buClr>
              <a:buSzPts val="1600"/>
              <a:buFont typeface="Noto Sans Symbols"/>
              <a:buChar char="▪"/>
              <a:defRPr sz="2000"/>
            </a:lvl2pPr>
            <a:lvl3pPr marL="1371600" lvl="2" indent="-320039" algn="l" rtl="0">
              <a:spcBef>
                <a:spcPts val="1000"/>
              </a:spcBef>
              <a:spcAft>
                <a:spcPts val="0"/>
              </a:spcAft>
              <a:buClr>
                <a:schemeClr val="accent4"/>
              </a:buClr>
              <a:buSzPts val="1440"/>
              <a:buFont typeface="Noto Sans Symbols"/>
              <a:buChar char="▪"/>
              <a:defRPr sz="1800"/>
            </a:lvl3pPr>
            <a:lvl4pPr marL="1828800" lvl="3" indent="-320039" algn="l" rtl="0">
              <a:spcBef>
                <a:spcPts val="1000"/>
              </a:spcBef>
              <a:spcAft>
                <a:spcPts val="0"/>
              </a:spcAft>
              <a:buClr>
                <a:schemeClr val="accent4"/>
              </a:buClr>
              <a:buSzPts val="1440"/>
              <a:buFont typeface="Noto Sans Symbols"/>
              <a:buChar char="▪"/>
              <a:defRPr sz="1800"/>
            </a:lvl4pPr>
            <a:lvl5pPr marL="2286000" lvl="4" indent="-320039" algn="l" rtl="0">
              <a:spcBef>
                <a:spcPts val="1000"/>
              </a:spcBef>
              <a:spcAft>
                <a:spcPts val="0"/>
              </a:spcAft>
              <a:buClr>
                <a:schemeClr val="accent4"/>
              </a:buClr>
              <a:buSzPts val="1440"/>
              <a:buFont typeface="Noto Sans Symbols"/>
              <a:buChar char="▪"/>
              <a:defRPr sz="1800"/>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94" name="Google Shape;94;p4"/>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95"/>
        <p:cNvGrpSpPr/>
        <p:nvPr/>
      </p:nvGrpSpPr>
      <p:grpSpPr>
        <a:xfrm>
          <a:off x="0" y="0"/>
          <a:ext cx="0" cy="0"/>
          <a:chOff x="0" y="0"/>
          <a:chExt cx="0" cy="0"/>
        </a:xfrm>
      </p:grpSpPr>
      <p:sp>
        <p:nvSpPr>
          <p:cNvPr id="96" name="Google Shape;96;p5"/>
          <p:cNvSpPr>
            <a:spLocks noGrp="1"/>
          </p:cNvSpPr>
          <p:nvPr>
            <p:ph type="pic" idx="2"/>
          </p:nvPr>
        </p:nvSpPr>
        <p:spPr>
          <a:xfrm>
            <a:off x="5353508" y="2555551"/>
            <a:ext cx="1485000" cy="1280100"/>
          </a:xfrm>
          <a:prstGeom prst="rect">
            <a:avLst/>
          </a:prstGeom>
          <a:noFill/>
          <a:ln>
            <a:noFill/>
          </a:ln>
        </p:spPr>
      </p:sp>
      <p:sp>
        <p:nvSpPr>
          <p:cNvPr id="97" name="Google Shape;97;p5"/>
          <p:cNvSpPr>
            <a:spLocks noGrp="1"/>
          </p:cNvSpPr>
          <p:nvPr>
            <p:ph type="pic" idx="3"/>
          </p:nvPr>
        </p:nvSpPr>
        <p:spPr>
          <a:xfrm>
            <a:off x="3115921" y="2555551"/>
            <a:ext cx="1485000" cy="1280100"/>
          </a:xfrm>
          <a:prstGeom prst="rect">
            <a:avLst/>
          </a:prstGeom>
          <a:noFill/>
          <a:ln>
            <a:noFill/>
          </a:ln>
        </p:spPr>
      </p:sp>
      <p:sp>
        <p:nvSpPr>
          <p:cNvPr id="98" name="Google Shape;98;p5"/>
          <p:cNvSpPr>
            <a:spLocks noGrp="1"/>
          </p:cNvSpPr>
          <p:nvPr>
            <p:ph type="pic" idx="4"/>
          </p:nvPr>
        </p:nvSpPr>
        <p:spPr>
          <a:xfrm>
            <a:off x="7602465" y="2555551"/>
            <a:ext cx="1485000" cy="1280100"/>
          </a:xfrm>
          <a:prstGeom prst="rect">
            <a:avLst/>
          </a:prstGeom>
          <a:noFill/>
          <a:ln>
            <a:noFill/>
          </a:ln>
        </p:spPr>
      </p:sp>
      <p:sp>
        <p:nvSpPr>
          <p:cNvPr id="99" name="Google Shape;99;p5"/>
          <p:cNvSpPr>
            <a:spLocks noGrp="1"/>
          </p:cNvSpPr>
          <p:nvPr>
            <p:ph type="pic" idx="5"/>
          </p:nvPr>
        </p:nvSpPr>
        <p:spPr>
          <a:xfrm>
            <a:off x="9840051" y="2555551"/>
            <a:ext cx="1485000" cy="1280100"/>
          </a:xfrm>
          <a:prstGeom prst="rect">
            <a:avLst/>
          </a:prstGeom>
          <a:noFill/>
          <a:ln>
            <a:noFill/>
          </a:ln>
        </p:spPr>
      </p:sp>
      <p:sp>
        <p:nvSpPr>
          <p:cNvPr id="100" name="Google Shape;100;p5"/>
          <p:cNvSpPr txBox="1">
            <a:spLocks noGrp="1"/>
          </p:cNvSpPr>
          <p:nvPr>
            <p:ph type="title"/>
          </p:nvPr>
        </p:nvSpPr>
        <p:spPr>
          <a:xfrm>
            <a:off x="432000" y="647700"/>
            <a:ext cx="11340000" cy="7002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 name="Google Shape;101;p5"/>
          <p:cNvSpPr/>
          <p:nvPr/>
        </p:nvSpPr>
        <p:spPr>
          <a:xfrm>
            <a:off x="546669" y="3467555"/>
            <a:ext cx="458400" cy="3951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2" name="Google Shape;102;p5"/>
          <p:cNvSpPr/>
          <p:nvPr/>
        </p:nvSpPr>
        <p:spPr>
          <a:xfrm>
            <a:off x="11113337" y="2394722"/>
            <a:ext cx="358500" cy="309000"/>
          </a:xfrm>
          <a:prstGeom prst="hexagon">
            <a:avLst>
              <a:gd name="adj" fmla="val 25000"/>
              <a:gd name="vf" fmla="val 11547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3" name="Google Shape;103;p5"/>
          <p:cNvSpPr/>
          <p:nvPr/>
        </p:nvSpPr>
        <p:spPr>
          <a:xfrm>
            <a:off x="10882649" y="2202202"/>
            <a:ext cx="230700" cy="198900"/>
          </a:xfrm>
          <a:prstGeom prst="hexagon">
            <a:avLst>
              <a:gd name="adj" fmla="val 25000"/>
              <a:gd name="vf" fmla="val 115470"/>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4" name="Google Shape;104;p5"/>
          <p:cNvSpPr txBox="1">
            <a:spLocks noGrp="1"/>
          </p:cNvSpPr>
          <p:nvPr>
            <p:ph type="body" idx="1"/>
          </p:nvPr>
        </p:nvSpPr>
        <p:spPr>
          <a:xfrm>
            <a:off x="546668"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5" name="Google Shape;105;p5"/>
          <p:cNvSpPr txBox="1">
            <a:spLocks noGrp="1"/>
          </p:cNvSpPr>
          <p:nvPr>
            <p:ph type="body" idx="6"/>
          </p:nvPr>
        </p:nvSpPr>
        <p:spPr>
          <a:xfrm>
            <a:off x="556692"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6" name="Google Shape;106;p5"/>
          <p:cNvSpPr txBox="1">
            <a:spLocks noGrp="1"/>
          </p:cNvSpPr>
          <p:nvPr>
            <p:ph type="body" idx="7"/>
          </p:nvPr>
        </p:nvSpPr>
        <p:spPr>
          <a:xfrm>
            <a:off x="2789482"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7" name="Google Shape;107;p5"/>
          <p:cNvSpPr txBox="1">
            <a:spLocks noGrp="1"/>
          </p:cNvSpPr>
          <p:nvPr>
            <p:ph type="body" idx="8"/>
          </p:nvPr>
        </p:nvSpPr>
        <p:spPr>
          <a:xfrm>
            <a:off x="278948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8" name="Google Shape;108;p5"/>
          <p:cNvSpPr txBox="1">
            <a:spLocks noGrp="1"/>
          </p:cNvSpPr>
          <p:nvPr>
            <p:ph type="body" idx="9"/>
          </p:nvPr>
        </p:nvSpPr>
        <p:spPr>
          <a:xfrm>
            <a:off x="5032296"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9" name="Google Shape;109;p5"/>
          <p:cNvSpPr txBox="1">
            <a:spLocks noGrp="1"/>
          </p:cNvSpPr>
          <p:nvPr>
            <p:ph type="body" idx="13"/>
          </p:nvPr>
        </p:nvSpPr>
        <p:spPr>
          <a:xfrm>
            <a:off x="502920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0" name="Google Shape;110;p5"/>
          <p:cNvSpPr txBox="1">
            <a:spLocks noGrp="1"/>
          </p:cNvSpPr>
          <p:nvPr>
            <p:ph type="body" idx="14"/>
          </p:nvPr>
        </p:nvSpPr>
        <p:spPr>
          <a:xfrm>
            <a:off x="7275110"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1" name="Google Shape;111;p5"/>
          <p:cNvSpPr txBox="1">
            <a:spLocks noGrp="1"/>
          </p:cNvSpPr>
          <p:nvPr>
            <p:ph type="body" idx="15"/>
          </p:nvPr>
        </p:nvSpPr>
        <p:spPr>
          <a:xfrm>
            <a:off x="727511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2" name="Google Shape;112;p5"/>
          <p:cNvSpPr txBox="1">
            <a:spLocks noGrp="1"/>
          </p:cNvSpPr>
          <p:nvPr>
            <p:ph type="body" idx="16"/>
          </p:nvPr>
        </p:nvSpPr>
        <p:spPr>
          <a:xfrm>
            <a:off x="9517923"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3" name="Google Shape;113;p5"/>
          <p:cNvSpPr txBox="1">
            <a:spLocks noGrp="1"/>
          </p:cNvSpPr>
          <p:nvPr>
            <p:ph type="body" idx="17"/>
          </p:nvPr>
        </p:nvSpPr>
        <p:spPr>
          <a:xfrm>
            <a:off x="951792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4" name="Google Shape;114;p5"/>
          <p:cNvSpPr>
            <a:spLocks noGrp="1"/>
          </p:cNvSpPr>
          <p:nvPr>
            <p:ph type="pic" idx="18"/>
          </p:nvPr>
        </p:nvSpPr>
        <p:spPr>
          <a:xfrm>
            <a:off x="878337" y="2555551"/>
            <a:ext cx="1485000" cy="1280100"/>
          </a:xfrm>
          <a:prstGeom prst="rect">
            <a:avLst/>
          </a:prstGeom>
          <a:no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15"/>
        <p:cNvGrpSpPr/>
        <p:nvPr/>
      </p:nvGrpSpPr>
      <p:grpSpPr>
        <a:xfrm>
          <a:off x="0" y="0"/>
          <a:ext cx="0" cy="0"/>
          <a:chOff x="0" y="0"/>
          <a:chExt cx="0" cy="0"/>
        </a:xfrm>
      </p:grpSpPr>
      <p:grpSp>
        <p:nvGrpSpPr>
          <p:cNvPr id="116" name="Google Shape;116;p6"/>
          <p:cNvGrpSpPr/>
          <p:nvPr/>
        </p:nvGrpSpPr>
        <p:grpSpPr>
          <a:xfrm>
            <a:off x="0" y="-8467"/>
            <a:ext cx="12192133" cy="6866580"/>
            <a:chOff x="0" y="-8467"/>
            <a:chExt cx="12192133" cy="6866580"/>
          </a:xfrm>
        </p:grpSpPr>
        <p:sp>
          <p:nvSpPr>
            <p:cNvPr id="117" name="Google Shape;117;p6"/>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69800"/>
              </a:schemeClr>
            </a:solidFill>
            <a:ln>
              <a:noFill/>
            </a:ln>
          </p:spPr>
        </p:sp>
        <p:cxnSp>
          <p:nvCxnSpPr>
            <p:cNvPr id="118" name="Google Shape;118;p6"/>
            <p:cNvCxnSpPr/>
            <p:nvPr/>
          </p:nvCxnSpPr>
          <p:spPr>
            <a:xfrm>
              <a:off x="9371012" y="0"/>
              <a:ext cx="1219200" cy="6858000"/>
            </a:xfrm>
            <a:prstGeom prst="straightConnector1">
              <a:avLst/>
            </a:prstGeom>
            <a:noFill/>
            <a:ln w="9525" cap="flat" cmpd="sng">
              <a:solidFill>
                <a:schemeClr val="accent1">
                  <a:alpha val="69800"/>
                </a:schemeClr>
              </a:solidFill>
              <a:prstDash val="solid"/>
              <a:round/>
              <a:headEnd type="none" w="sm" len="sm"/>
              <a:tailEnd type="none" w="sm" len="sm"/>
            </a:ln>
          </p:spPr>
        </p:cxnSp>
        <p:cxnSp>
          <p:nvCxnSpPr>
            <p:cNvPr id="119" name="Google Shape;119;p6"/>
            <p:cNvCxnSpPr/>
            <p:nvPr/>
          </p:nvCxnSpPr>
          <p:spPr>
            <a:xfrm flipH="1">
              <a:off x="7425125" y="3681413"/>
              <a:ext cx="4763700" cy="3176700"/>
            </a:xfrm>
            <a:prstGeom prst="straightConnector1">
              <a:avLst/>
            </a:prstGeom>
            <a:noFill/>
            <a:ln w="9525" cap="flat" cmpd="sng">
              <a:solidFill>
                <a:schemeClr val="accent1">
                  <a:alpha val="69800"/>
                </a:schemeClr>
              </a:solidFill>
              <a:prstDash val="solid"/>
              <a:round/>
              <a:headEnd type="none" w="sm" len="sm"/>
              <a:tailEnd type="none" w="sm" len="sm"/>
            </a:ln>
          </p:spPr>
        </p:cxnSp>
        <p:sp>
          <p:nvSpPr>
            <p:cNvPr id="120" name="Google Shape;120;p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90"/>
              </a:schemeClr>
            </a:solidFill>
            <a:ln>
              <a:noFill/>
            </a:ln>
          </p:spPr>
        </p:sp>
        <p:sp>
          <p:nvSpPr>
            <p:cNvPr id="121" name="Google Shape;121;p6"/>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22" name="Google Shape;122;p6"/>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0"/>
              </a:srgbClr>
            </a:solidFill>
            <a:ln>
              <a:noFill/>
            </a:ln>
          </p:spPr>
        </p:sp>
        <p:sp>
          <p:nvSpPr>
            <p:cNvPr id="124" name="Google Shape;124;p6"/>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0"/>
              </a:schemeClr>
            </a:solidFill>
            <a:ln>
              <a:noFill/>
            </a:ln>
          </p:spPr>
        </p:sp>
        <p:sp>
          <p:nvSpPr>
            <p:cNvPr id="125" name="Google Shape;125;p6"/>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26" name="Google Shape;126;p6"/>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 name="Google Shape;127;p6"/>
          <p:cNvSpPr txBox="1">
            <a:spLocks noGrp="1"/>
          </p:cNvSpPr>
          <p:nvPr>
            <p:ph type="ctrTitle"/>
          </p:nvPr>
        </p:nvSpPr>
        <p:spPr>
          <a:xfrm>
            <a:off x="1507067" y="2404534"/>
            <a:ext cx="7767000" cy="16464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Clr>
                <a:schemeClr val="accent1"/>
              </a:buClr>
              <a:buSzPts val="5400"/>
              <a:buFont typeface="Trebuchet MS"/>
              <a:buNone/>
              <a:defRPr sz="5400">
                <a:solidFill>
                  <a:schemeClr val="accen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8" name="Google Shape;128;p6"/>
          <p:cNvSpPr txBox="1">
            <a:spLocks noGrp="1"/>
          </p:cNvSpPr>
          <p:nvPr>
            <p:ph type="subTitle" idx="1"/>
          </p:nvPr>
        </p:nvSpPr>
        <p:spPr>
          <a:xfrm>
            <a:off x="1507067" y="4050833"/>
            <a:ext cx="7767000" cy="1096800"/>
          </a:xfrm>
          <a:prstGeom prst="rect">
            <a:avLst/>
          </a:prstGeom>
          <a:noFill/>
          <a:ln>
            <a:noFill/>
          </a:ln>
        </p:spPr>
        <p:txBody>
          <a:bodyPr spcFirstLastPara="1" wrap="square" lIns="91425" tIns="45700" rIns="91425" bIns="45700" anchor="t" anchorCtr="0">
            <a:normAutofit/>
          </a:bodyPr>
          <a:lstStyle>
            <a:lvl1pPr lvl="0" algn="r" rtl="0">
              <a:spcBef>
                <a:spcPts val="1000"/>
              </a:spcBef>
              <a:spcAft>
                <a:spcPts val="0"/>
              </a:spcAft>
              <a:buSzPts val="1440"/>
              <a:buNone/>
              <a:defRPr>
                <a:solidFill>
                  <a:srgbClr val="7F7F7F"/>
                </a:solidFill>
              </a:defRPr>
            </a:lvl1pPr>
            <a:lvl2pPr lvl="1" algn="ctr" rtl="0">
              <a:spcBef>
                <a:spcPts val="1000"/>
              </a:spcBef>
              <a:spcAft>
                <a:spcPts val="0"/>
              </a:spcAft>
              <a:buSzPts val="1280"/>
              <a:buNone/>
              <a:defRPr>
                <a:solidFill>
                  <a:srgbClr val="888888"/>
                </a:solidFill>
              </a:defRPr>
            </a:lvl2pPr>
            <a:lvl3pPr lvl="2" algn="ctr" rtl="0">
              <a:spcBef>
                <a:spcPts val="1000"/>
              </a:spcBef>
              <a:spcAft>
                <a:spcPts val="0"/>
              </a:spcAft>
              <a:buSzPts val="1120"/>
              <a:buNone/>
              <a:defRPr>
                <a:solidFill>
                  <a:srgbClr val="888888"/>
                </a:solidFill>
              </a:defRPr>
            </a:lvl3pPr>
            <a:lvl4pPr lvl="3" algn="ctr" rtl="0">
              <a:spcBef>
                <a:spcPts val="1000"/>
              </a:spcBef>
              <a:spcAft>
                <a:spcPts val="0"/>
              </a:spcAft>
              <a:buSzPts val="960"/>
              <a:buNone/>
              <a:defRPr>
                <a:solidFill>
                  <a:srgbClr val="888888"/>
                </a:solidFill>
              </a:defRPr>
            </a:lvl4pPr>
            <a:lvl5pPr lvl="4" algn="ctr" rtl="0">
              <a:spcBef>
                <a:spcPts val="1000"/>
              </a:spcBef>
              <a:spcAft>
                <a:spcPts val="0"/>
              </a:spcAft>
              <a:buSzPts val="960"/>
              <a:buNone/>
              <a:defRPr>
                <a:solidFill>
                  <a:srgbClr val="888888"/>
                </a:solidFill>
              </a:defRPr>
            </a:lvl5pPr>
            <a:lvl6pPr lvl="5" algn="ctr" rtl="0">
              <a:spcBef>
                <a:spcPts val="1000"/>
              </a:spcBef>
              <a:spcAft>
                <a:spcPts val="0"/>
              </a:spcAft>
              <a:buSzPts val="960"/>
              <a:buNone/>
              <a:defRPr>
                <a:solidFill>
                  <a:srgbClr val="888888"/>
                </a:solidFill>
              </a:defRPr>
            </a:lvl6pPr>
            <a:lvl7pPr lvl="6" algn="ctr" rtl="0">
              <a:spcBef>
                <a:spcPts val="1000"/>
              </a:spcBef>
              <a:spcAft>
                <a:spcPts val="0"/>
              </a:spcAft>
              <a:buSzPts val="960"/>
              <a:buNone/>
              <a:defRPr>
                <a:solidFill>
                  <a:srgbClr val="888888"/>
                </a:solidFill>
              </a:defRPr>
            </a:lvl7pPr>
            <a:lvl8pPr lvl="7" algn="ctr" rtl="0">
              <a:spcBef>
                <a:spcPts val="1000"/>
              </a:spcBef>
              <a:spcAft>
                <a:spcPts val="0"/>
              </a:spcAft>
              <a:buSzPts val="960"/>
              <a:buNone/>
              <a:defRPr>
                <a:solidFill>
                  <a:srgbClr val="888888"/>
                </a:solidFill>
              </a:defRPr>
            </a:lvl8pPr>
            <a:lvl9pPr lvl="8" algn="ctr" rtl="0">
              <a:spcBef>
                <a:spcPts val="1000"/>
              </a:spcBef>
              <a:spcAft>
                <a:spcPts val="0"/>
              </a:spcAft>
              <a:buSzPts val="960"/>
              <a:buNone/>
              <a:defRPr>
                <a:solidFill>
                  <a:srgbClr val="888888"/>
                </a:solidFill>
              </a:defRPr>
            </a:lvl9pPr>
          </a:lstStyle>
          <a:p>
            <a:endParaRPr/>
          </a:p>
        </p:txBody>
      </p:sp>
      <p:sp>
        <p:nvSpPr>
          <p:cNvPr id="129" name="Google Shape;129;p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0" name="Google Shape;130;p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1" name="Google Shape;131;p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4" name="Google Shape;134;p7"/>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35" name="Google Shape;135;p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6" name="Google Shape;136;p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7" name="Google Shape;137;p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677335" y="2700867"/>
            <a:ext cx="8596800" cy="182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000"/>
              <a:buFont typeface="Trebuchet MS"/>
              <a:buNone/>
              <a:defRPr sz="40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0" name="Google Shape;140;p8"/>
          <p:cNvSpPr txBox="1">
            <a:spLocks noGrp="1"/>
          </p:cNvSpPr>
          <p:nvPr>
            <p:ph type="body" idx="1"/>
          </p:nvPr>
        </p:nvSpPr>
        <p:spPr>
          <a:xfrm>
            <a:off x="677335" y="4527448"/>
            <a:ext cx="8596800" cy="8604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41" name="Google Shape;141;p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2" name="Google Shape;142;p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 name="Google Shape;143;p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6" name="Google Shape;146;p9"/>
          <p:cNvSpPr txBox="1">
            <a:spLocks noGrp="1"/>
          </p:cNvSpPr>
          <p:nvPr>
            <p:ph type="body" idx="1"/>
          </p:nvPr>
        </p:nvSpPr>
        <p:spPr>
          <a:xfrm>
            <a:off x="677334"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7" name="Google Shape;147;p9"/>
          <p:cNvSpPr txBox="1">
            <a:spLocks noGrp="1"/>
          </p:cNvSpPr>
          <p:nvPr>
            <p:ph type="body" idx="2"/>
          </p:nvPr>
        </p:nvSpPr>
        <p:spPr>
          <a:xfrm>
            <a:off x="5089970"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8" name="Google Shape;148;p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9" name="Google Shape;149;p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0" name="Google Shape;150;p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3600"/>
              <a:buFont typeface="Trebuchet MS"/>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3" name="Google Shape;153;p10"/>
          <p:cNvSpPr txBox="1">
            <a:spLocks noGrp="1"/>
          </p:cNvSpPr>
          <p:nvPr>
            <p:ph type="body" idx="1"/>
          </p:nvPr>
        </p:nvSpPr>
        <p:spPr>
          <a:xfrm>
            <a:off x="675745"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4" name="Google Shape;154;p10"/>
          <p:cNvSpPr txBox="1">
            <a:spLocks noGrp="1"/>
          </p:cNvSpPr>
          <p:nvPr>
            <p:ph type="body" idx="2"/>
          </p:nvPr>
        </p:nvSpPr>
        <p:spPr>
          <a:xfrm>
            <a:off x="675745"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5" name="Google Shape;155;p10"/>
          <p:cNvSpPr txBox="1">
            <a:spLocks noGrp="1"/>
          </p:cNvSpPr>
          <p:nvPr>
            <p:ph type="body" idx="3"/>
          </p:nvPr>
        </p:nvSpPr>
        <p:spPr>
          <a:xfrm>
            <a:off x="5088383"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6" name="Google Shape;156;p10"/>
          <p:cNvSpPr txBox="1">
            <a:spLocks noGrp="1"/>
          </p:cNvSpPr>
          <p:nvPr>
            <p:ph type="body" idx="4"/>
          </p:nvPr>
        </p:nvSpPr>
        <p:spPr>
          <a:xfrm>
            <a:off x="5088384"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7" name="Google Shape;157;p1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8" name="Google Shape;158;p1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9" name="Google Shape;159;p1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0"/>
        <p:cNvGrpSpPr/>
        <p:nvPr/>
      </p:nvGrpSpPr>
      <p:grpSpPr>
        <a:xfrm>
          <a:off x="0" y="0"/>
          <a:ext cx="0" cy="0"/>
          <a:chOff x="0" y="0"/>
          <a:chExt cx="0" cy="0"/>
        </a:xfrm>
      </p:grpSpPr>
      <p:sp>
        <p:nvSpPr>
          <p:cNvPr id="161" name="Google Shape;161;p1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2" name="Google Shape;162;p1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3" name="Google Shape;163;p1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4" name="Google Shape;164;p1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5"/>
        <p:cNvGrpSpPr/>
        <p:nvPr/>
      </p:nvGrpSpPr>
      <p:grpSpPr>
        <a:xfrm>
          <a:off x="0" y="0"/>
          <a:ext cx="0" cy="0"/>
          <a:chOff x="0" y="0"/>
          <a:chExt cx="0" cy="0"/>
        </a:xfrm>
      </p:grpSpPr>
      <p:sp>
        <p:nvSpPr>
          <p:cNvPr id="166" name="Google Shape;166;p12"/>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7" name="Google Shape;167;p12"/>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8" name="Google Shape;168;p12"/>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677334" y="1498604"/>
            <a:ext cx="3854400" cy="1278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000"/>
              <a:buFont typeface="Trebuchet MS"/>
              <a:buNone/>
              <a:defRPr sz="200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1" name="Google Shape;171;p13"/>
          <p:cNvSpPr txBox="1">
            <a:spLocks noGrp="1"/>
          </p:cNvSpPr>
          <p:nvPr>
            <p:ph type="body" idx="1"/>
          </p:nvPr>
        </p:nvSpPr>
        <p:spPr>
          <a:xfrm>
            <a:off x="4760461" y="514924"/>
            <a:ext cx="4513500" cy="55263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72" name="Google Shape;172;p13"/>
          <p:cNvSpPr txBox="1">
            <a:spLocks noGrp="1"/>
          </p:cNvSpPr>
          <p:nvPr>
            <p:ph type="body" idx="2"/>
          </p:nvPr>
        </p:nvSpPr>
        <p:spPr>
          <a:xfrm>
            <a:off x="677334" y="2777069"/>
            <a:ext cx="3854400" cy="25845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120"/>
              <a:buNone/>
              <a:defRPr sz="1400"/>
            </a:lvl1pPr>
            <a:lvl2pPr marL="914400" lvl="1" indent="-228600" algn="l" rtl="0">
              <a:spcBef>
                <a:spcPts val="1000"/>
              </a:spcBef>
              <a:spcAft>
                <a:spcPts val="0"/>
              </a:spcAft>
              <a:buSzPts val="1120"/>
              <a:buNone/>
              <a:defRPr sz="1400"/>
            </a:lvl2pPr>
            <a:lvl3pPr marL="1371600" lvl="2" indent="-228600" algn="l" rtl="0">
              <a:spcBef>
                <a:spcPts val="1000"/>
              </a:spcBef>
              <a:spcAft>
                <a:spcPts val="0"/>
              </a:spcAft>
              <a:buSzPts val="960"/>
              <a:buNone/>
              <a:defRPr sz="1200"/>
            </a:lvl3pPr>
            <a:lvl4pPr marL="1828800" lvl="3" indent="-228600" algn="l" rtl="0">
              <a:spcBef>
                <a:spcPts val="1000"/>
              </a:spcBef>
              <a:spcAft>
                <a:spcPts val="0"/>
              </a:spcAft>
              <a:buSzPts val="800"/>
              <a:buNone/>
              <a:defRPr sz="1000"/>
            </a:lvl4pPr>
            <a:lvl5pPr marL="2286000" lvl="4" indent="-228600" algn="l" rtl="0">
              <a:spcBef>
                <a:spcPts val="1000"/>
              </a:spcBef>
              <a:spcAft>
                <a:spcPts val="0"/>
              </a:spcAft>
              <a:buSzPts val="800"/>
              <a:buNone/>
              <a:defRPr sz="1000"/>
            </a:lvl5pPr>
            <a:lvl6pPr marL="2743200" lvl="5" indent="-228600" algn="l" rtl="0">
              <a:spcBef>
                <a:spcPts val="1000"/>
              </a:spcBef>
              <a:spcAft>
                <a:spcPts val="0"/>
              </a:spcAft>
              <a:buSzPts val="800"/>
              <a:buNone/>
              <a:defRPr sz="1000"/>
            </a:lvl6pPr>
            <a:lvl7pPr marL="3200400" lvl="6" indent="-228600" algn="l" rtl="0">
              <a:spcBef>
                <a:spcPts val="1000"/>
              </a:spcBef>
              <a:spcAft>
                <a:spcPts val="0"/>
              </a:spcAft>
              <a:buSzPts val="800"/>
              <a:buNone/>
              <a:defRPr sz="1000"/>
            </a:lvl7pPr>
            <a:lvl8pPr marL="3657600" lvl="7" indent="-228600" algn="l" rtl="0">
              <a:spcBef>
                <a:spcPts val="1000"/>
              </a:spcBef>
              <a:spcAft>
                <a:spcPts val="0"/>
              </a:spcAft>
              <a:buSzPts val="800"/>
              <a:buNone/>
              <a:defRPr sz="1000"/>
            </a:lvl8pPr>
            <a:lvl9pPr marL="4114800" lvl="8" indent="-228600" algn="l" rtl="0">
              <a:spcBef>
                <a:spcPts val="1000"/>
              </a:spcBef>
              <a:spcAft>
                <a:spcPts val="0"/>
              </a:spcAft>
              <a:buSzPts val="800"/>
              <a:buNone/>
              <a:defRPr sz="1000"/>
            </a:lvl9pPr>
          </a:lstStyle>
          <a:p>
            <a:endParaRPr/>
          </a:p>
        </p:txBody>
      </p:sp>
      <p:sp>
        <p:nvSpPr>
          <p:cNvPr id="173" name="Google Shape;173;p13"/>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4" name="Google Shape;174;p13"/>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5" name="Google Shape;175;p13"/>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76"/>
        <p:cNvGrpSpPr/>
        <p:nvPr/>
      </p:nvGrpSpPr>
      <p:grpSpPr>
        <a:xfrm>
          <a:off x="0" y="0"/>
          <a:ext cx="0" cy="0"/>
          <a:chOff x="0" y="0"/>
          <a:chExt cx="0" cy="0"/>
        </a:xfrm>
      </p:grpSpPr>
      <p:sp>
        <p:nvSpPr>
          <p:cNvPr id="177" name="Google Shape;177;p14"/>
          <p:cNvSpPr txBox="1">
            <a:spLocks noGrp="1"/>
          </p:cNvSpPr>
          <p:nvPr>
            <p:ph type="title"/>
          </p:nvPr>
        </p:nvSpPr>
        <p:spPr>
          <a:xfrm>
            <a:off x="677334" y="4800600"/>
            <a:ext cx="85968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400"/>
              <a:buFont typeface="Trebuchet MS"/>
              <a:buNone/>
              <a:defRPr sz="2400"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8" name="Google Shape;178;p14"/>
          <p:cNvSpPr>
            <a:spLocks noGrp="1"/>
          </p:cNvSpPr>
          <p:nvPr>
            <p:ph type="pic" idx="2"/>
          </p:nvPr>
        </p:nvSpPr>
        <p:spPr>
          <a:xfrm>
            <a:off x="677334" y="609600"/>
            <a:ext cx="8596800" cy="3845700"/>
          </a:xfrm>
          <a:prstGeom prst="rect">
            <a:avLst/>
          </a:prstGeom>
          <a:noFill/>
          <a:ln>
            <a:noFill/>
          </a:ln>
        </p:spPr>
      </p:sp>
      <p:sp>
        <p:nvSpPr>
          <p:cNvPr id="179" name="Google Shape;179;p14"/>
          <p:cNvSpPr txBox="1">
            <a:spLocks noGrp="1"/>
          </p:cNvSpPr>
          <p:nvPr>
            <p:ph type="body" idx="1"/>
          </p:nvPr>
        </p:nvSpPr>
        <p:spPr>
          <a:xfrm>
            <a:off x="677334" y="5367338"/>
            <a:ext cx="8596800" cy="6741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960"/>
              <a:buNone/>
              <a:defRPr sz="1200"/>
            </a:lvl1pPr>
            <a:lvl2pPr marL="914400" lvl="1" indent="-228600" algn="l" rtl="0">
              <a:spcBef>
                <a:spcPts val="1000"/>
              </a:spcBef>
              <a:spcAft>
                <a:spcPts val="0"/>
              </a:spcAft>
              <a:buSzPts val="960"/>
              <a:buNone/>
              <a:defRPr sz="1200"/>
            </a:lvl2pPr>
            <a:lvl3pPr marL="1371600" lvl="2" indent="-228600" algn="l" rtl="0">
              <a:spcBef>
                <a:spcPts val="1000"/>
              </a:spcBef>
              <a:spcAft>
                <a:spcPts val="0"/>
              </a:spcAft>
              <a:buSzPts val="800"/>
              <a:buNone/>
              <a:defRPr sz="1000"/>
            </a:lvl3pPr>
            <a:lvl4pPr marL="1828800" lvl="3" indent="-228600" algn="l" rtl="0">
              <a:spcBef>
                <a:spcPts val="1000"/>
              </a:spcBef>
              <a:spcAft>
                <a:spcPts val="0"/>
              </a:spcAft>
              <a:buSzPts val="720"/>
              <a:buNone/>
              <a:defRPr sz="900"/>
            </a:lvl4pPr>
            <a:lvl5pPr marL="2286000" lvl="4" indent="-228600" algn="l" rtl="0">
              <a:spcBef>
                <a:spcPts val="1000"/>
              </a:spcBef>
              <a:spcAft>
                <a:spcPts val="0"/>
              </a:spcAft>
              <a:buSzPts val="720"/>
              <a:buNone/>
              <a:defRPr sz="900"/>
            </a:lvl5pPr>
            <a:lvl6pPr marL="2743200" lvl="5" indent="-228600" algn="l" rtl="0">
              <a:spcBef>
                <a:spcPts val="1000"/>
              </a:spcBef>
              <a:spcAft>
                <a:spcPts val="0"/>
              </a:spcAft>
              <a:buSzPts val="720"/>
              <a:buNone/>
              <a:defRPr sz="900"/>
            </a:lvl6pPr>
            <a:lvl7pPr marL="3200400" lvl="6" indent="-228600" algn="l" rtl="0">
              <a:spcBef>
                <a:spcPts val="1000"/>
              </a:spcBef>
              <a:spcAft>
                <a:spcPts val="0"/>
              </a:spcAft>
              <a:buSzPts val="720"/>
              <a:buNone/>
              <a:defRPr sz="900"/>
            </a:lvl7pPr>
            <a:lvl8pPr marL="3657600" lvl="7" indent="-228600" algn="l" rtl="0">
              <a:spcBef>
                <a:spcPts val="1000"/>
              </a:spcBef>
              <a:spcAft>
                <a:spcPts val="0"/>
              </a:spcAft>
              <a:buSzPts val="720"/>
              <a:buNone/>
              <a:defRPr sz="900"/>
            </a:lvl8pPr>
            <a:lvl9pPr marL="4114800" lvl="8" indent="-228600" algn="l" rtl="0">
              <a:spcBef>
                <a:spcPts val="1000"/>
              </a:spcBef>
              <a:spcAft>
                <a:spcPts val="0"/>
              </a:spcAft>
              <a:buSzPts val="720"/>
              <a:buNone/>
              <a:defRPr sz="900"/>
            </a:lvl9pPr>
          </a:lstStyle>
          <a:p>
            <a:endParaRPr/>
          </a:p>
        </p:txBody>
      </p:sp>
      <p:sp>
        <p:nvSpPr>
          <p:cNvPr id="180" name="Google Shape;180;p14"/>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1" name="Google Shape;181;p14"/>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2" name="Google Shape;182;p14"/>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83"/>
        <p:cNvGrpSpPr/>
        <p:nvPr/>
      </p:nvGrpSpPr>
      <p:grpSpPr>
        <a:xfrm>
          <a:off x="0" y="0"/>
          <a:ext cx="0" cy="0"/>
          <a:chOff x="0" y="0"/>
          <a:chExt cx="0" cy="0"/>
        </a:xfrm>
      </p:grpSpPr>
      <p:sp>
        <p:nvSpPr>
          <p:cNvPr id="184" name="Google Shape;184;p15"/>
          <p:cNvSpPr txBox="1">
            <a:spLocks noGrp="1"/>
          </p:cNvSpPr>
          <p:nvPr>
            <p:ph type="title"/>
          </p:nvPr>
        </p:nvSpPr>
        <p:spPr>
          <a:xfrm>
            <a:off x="677335" y="609600"/>
            <a:ext cx="8596800" cy="3403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5" name="Google Shape;185;p15"/>
          <p:cNvSpPr txBox="1">
            <a:spLocks noGrp="1"/>
          </p:cNvSpPr>
          <p:nvPr>
            <p:ph type="body" idx="1"/>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86" name="Google Shape;186;p15"/>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7" name="Google Shape;187;p15"/>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8" name="Google Shape;188;p15"/>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89"/>
        <p:cNvGrpSpPr/>
        <p:nvPr/>
      </p:nvGrpSpPr>
      <p:grpSpPr>
        <a:xfrm>
          <a:off x="0" y="0"/>
          <a:ext cx="0" cy="0"/>
          <a:chOff x="0" y="0"/>
          <a:chExt cx="0" cy="0"/>
        </a:xfrm>
      </p:grpSpPr>
      <p:sp>
        <p:nvSpPr>
          <p:cNvPr id="190" name="Google Shape;190;p16"/>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1" name="Google Shape;191;p16"/>
          <p:cNvSpPr txBox="1">
            <a:spLocks noGrp="1"/>
          </p:cNvSpPr>
          <p:nvPr>
            <p:ph type="body" idx="1"/>
          </p:nvPr>
        </p:nvSpPr>
        <p:spPr>
          <a:xfrm>
            <a:off x="1366139" y="3632200"/>
            <a:ext cx="7224600" cy="381000"/>
          </a:xfrm>
          <a:prstGeom prst="rect">
            <a:avLst/>
          </a:prstGeom>
          <a:noFill/>
          <a:ln>
            <a:noFill/>
          </a:ln>
        </p:spPr>
        <p:txBody>
          <a:bodyPr spcFirstLastPara="1" wrap="square" lIns="91425" tIns="45700" rIns="91425" bIns="45700" anchor="ctr" anchorCtr="0">
            <a:noAutofit/>
          </a:bodyPr>
          <a:lstStyle>
            <a:lvl1pPr marL="457200" lvl="0" indent="-228600" algn="l" rtl="0">
              <a:spcBef>
                <a:spcPts val="1000"/>
              </a:spcBef>
              <a:spcAft>
                <a:spcPts val="0"/>
              </a:spcAft>
              <a:buSzPts val="1280"/>
              <a:buFont typeface="Trebuchet MS"/>
              <a:buNone/>
              <a:defRPr sz="1600">
                <a:solidFill>
                  <a:srgbClr val="7F7F7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92" name="Google Shape;192;p16"/>
          <p:cNvSpPr txBox="1">
            <a:spLocks noGrp="1"/>
          </p:cNvSpPr>
          <p:nvPr>
            <p:ph type="body" idx="2"/>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93" name="Google Shape;193;p1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4" name="Google Shape;194;p1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5" name="Google Shape;195;p1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6" name="Google Shape;196;p16"/>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197" name="Google Shape;197;p16"/>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98"/>
        <p:cNvGrpSpPr/>
        <p:nvPr/>
      </p:nvGrpSpPr>
      <p:grpSpPr>
        <a:xfrm>
          <a:off x="0" y="0"/>
          <a:ext cx="0" cy="0"/>
          <a:chOff x="0" y="0"/>
          <a:chExt cx="0" cy="0"/>
        </a:xfrm>
      </p:grpSpPr>
      <p:sp>
        <p:nvSpPr>
          <p:cNvPr id="199" name="Google Shape;199;p17"/>
          <p:cNvSpPr txBox="1">
            <a:spLocks noGrp="1"/>
          </p:cNvSpPr>
          <p:nvPr>
            <p:ph type="title"/>
          </p:nvPr>
        </p:nvSpPr>
        <p:spPr>
          <a:xfrm>
            <a:off x="677335" y="1931988"/>
            <a:ext cx="8596800" cy="2595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0" name="Google Shape;200;p17"/>
          <p:cNvSpPr txBox="1">
            <a:spLocks noGrp="1"/>
          </p:cNvSpPr>
          <p:nvPr>
            <p:ph type="body" idx="1"/>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1" name="Google Shape;201;p1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2" name="Google Shape;202;p1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3" name="Google Shape;203;p1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204"/>
        <p:cNvGrpSpPr/>
        <p:nvPr/>
      </p:nvGrpSpPr>
      <p:grpSpPr>
        <a:xfrm>
          <a:off x="0" y="0"/>
          <a:ext cx="0" cy="0"/>
          <a:chOff x="0" y="0"/>
          <a:chExt cx="0" cy="0"/>
        </a:xfrm>
      </p:grpSpPr>
      <p:sp>
        <p:nvSpPr>
          <p:cNvPr id="205" name="Google Shape;205;p18"/>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6" name="Google Shape;206;p18"/>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rgbClr val="3F3F3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07" name="Google Shape;207;p18"/>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8" name="Google Shape;208;p1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9" name="Google Shape;209;p1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0" name="Google Shape;210;p1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1" name="Google Shape;211;p18"/>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212" name="Google Shape;212;p18"/>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213"/>
        <p:cNvGrpSpPr/>
        <p:nvPr/>
      </p:nvGrpSpPr>
      <p:grpSpPr>
        <a:xfrm>
          <a:off x="0" y="0"/>
          <a:ext cx="0" cy="0"/>
          <a:chOff x="0" y="0"/>
          <a:chExt cx="0" cy="0"/>
        </a:xfrm>
      </p:grpSpPr>
      <p:sp>
        <p:nvSpPr>
          <p:cNvPr id="214" name="Google Shape;214;p19"/>
          <p:cNvSpPr txBox="1">
            <a:spLocks noGrp="1"/>
          </p:cNvSpPr>
          <p:nvPr>
            <p:ph type="title"/>
          </p:nvPr>
        </p:nvSpPr>
        <p:spPr>
          <a:xfrm>
            <a:off x="685799" y="609600"/>
            <a:ext cx="85881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5" name="Google Shape;215;p19"/>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chemeClr val="accent1"/>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16" name="Google Shape;216;p19"/>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17" name="Google Shape;217;p1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8" name="Google Shape;218;p1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9" name="Google Shape;219;p1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0"/>
        <p:cNvGrpSpPr/>
        <p:nvPr/>
      </p:nvGrpSpPr>
      <p:grpSpPr>
        <a:xfrm>
          <a:off x="0" y="0"/>
          <a:ext cx="0" cy="0"/>
          <a:chOff x="0" y="0"/>
          <a:chExt cx="0" cy="0"/>
        </a:xfrm>
      </p:grpSpPr>
      <p:sp>
        <p:nvSpPr>
          <p:cNvPr id="221" name="Google Shape;221;p2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2" name="Google Shape;222;p20"/>
          <p:cNvSpPr txBox="1">
            <a:spLocks noGrp="1"/>
          </p:cNvSpPr>
          <p:nvPr>
            <p:ph type="body" idx="1"/>
          </p:nvPr>
        </p:nvSpPr>
        <p:spPr>
          <a:xfrm rot="5400000">
            <a:off x="3035202" y="-197411"/>
            <a:ext cx="3880800" cy="8596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3" name="Google Shape;223;p2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4" name="Google Shape;224;p2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5" name="Google Shape;225;p2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6"/>
        <p:cNvGrpSpPr/>
        <p:nvPr/>
      </p:nvGrpSpPr>
      <p:grpSpPr>
        <a:xfrm>
          <a:off x="0" y="0"/>
          <a:ext cx="0" cy="0"/>
          <a:chOff x="0" y="0"/>
          <a:chExt cx="0" cy="0"/>
        </a:xfrm>
      </p:grpSpPr>
      <p:sp>
        <p:nvSpPr>
          <p:cNvPr id="227" name="Google Shape;227;p21"/>
          <p:cNvSpPr txBox="1">
            <a:spLocks noGrp="1"/>
          </p:cNvSpPr>
          <p:nvPr>
            <p:ph type="title"/>
          </p:nvPr>
        </p:nvSpPr>
        <p:spPr>
          <a:xfrm rot="5400000">
            <a:off x="5994316" y="2582999"/>
            <a:ext cx="5251500" cy="13047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8" name="Google Shape;228;p21"/>
          <p:cNvSpPr txBox="1">
            <a:spLocks noGrp="1"/>
          </p:cNvSpPr>
          <p:nvPr>
            <p:ph type="body" idx="1"/>
          </p:nvPr>
        </p:nvSpPr>
        <p:spPr>
          <a:xfrm rot="5400000">
            <a:off x="1581635" y="-294750"/>
            <a:ext cx="5251500" cy="7060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9" name="Google Shape;229;p2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0" name="Google Shape;230;p2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1" name="Google Shape;231;p2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Custom Layout">
  <p:cSld name="1_Custom Layout">
    <p:bg>
      <p:bgPr>
        <a:solidFill>
          <a:schemeClr val="dk1"/>
        </a:solidFill>
        <a:effectLst/>
      </p:bgPr>
    </p:bg>
    <p:spTree>
      <p:nvGrpSpPr>
        <p:cNvPr id="1" name="Shape 232"/>
        <p:cNvGrpSpPr/>
        <p:nvPr/>
      </p:nvGrpSpPr>
      <p:grpSpPr>
        <a:xfrm>
          <a:off x="0" y="0"/>
          <a:ext cx="0" cy="0"/>
          <a:chOff x="0" y="0"/>
          <a:chExt cx="0" cy="0"/>
        </a:xfrm>
      </p:grpSpPr>
      <p:sp>
        <p:nvSpPr>
          <p:cNvPr id="233" name="Google Shape;233;p22"/>
          <p:cNvSpPr>
            <a:spLocks noGrp="1"/>
          </p:cNvSpPr>
          <p:nvPr>
            <p:ph type="pic" idx="2"/>
          </p:nvPr>
        </p:nvSpPr>
        <p:spPr>
          <a:xfrm>
            <a:off x="0" y="0"/>
            <a:ext cx="12192000" cy="6858000"/>
          </a:xfrm>
          <a:prstGeom prst="rect">
            <a:avLst/>
          </a:prstGeom>
          <a:noFill/>
          <a:ln>
            <a:noFill/>
          </a:ln>
        </p:spPr>
      </p:sp>
      <p:sp>
        <p:nvSpPr>
          <p:cNvPr id="234" name="Google Shape;234;p22" descr="Tall office building looking up"/>
          <p:cNvSpPr/>
          <p:nvPr/>
        </p:nvSpPr>
        <p:spPr>
          <a:xfrm>
            <a:off x="3718560" y="1181123"/>
            <a:ext cx="4755000" cy="4495800"/>
          </a:xfrm>
          <a:prstGeom prst="rect">
            <a:avLst/>
          </a:prstGeom>
          <a:solidFill>
            <a:schemeClr val="accent5">
              <a:alpha val="40000"/>
            </a:schemeClr>
          </a:solidFill>
          <a:ln w="603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5" name="Google Shape;235;p22"/>
          <p:cNvSpPr txBox="1">
            <a:spLocks noGrp="1"/>
          </p:cNvSpPr>
          <p:nvPr>
            <p:ph type="body" idx="1"/>
          </p:nvPr>
        </p:nvSpPr>
        <p:spPr>
          <a:xfrm>
            <a:off x="4149139" y="4859469"/>
            <a:ext cx="3924900" cy="490500"/>
          </a:xfrm>
          <a:prstGeom prst="rect">
            <a:avLst/>
          </a:prstGeom>
          <a:noFill/>
          <a:ln>
            <a:noFill/>
          </a:ln>
        </p:spPr>
        <p:txBody>
          <a:bodyPr spcFirstLastPara="1" wrap="square" lIns="91425" tIns="45700" rIns="91425" bIns="45700" anchor="t" anchorCtr="0">
            <a:normAutofit/>
          </a:bodyPr>
          <a:lstStyle>
            <a:lvl1pPr marL="457200" lvl="0" indent="-228600" algn="r" rtl="0">
              <a:spcBef>
                <a:spcPts val="1000"/>
              </a:spcBef>
              <a:spcAft>
                <a:spcPts val="0"/>
              </a:spcAft>
              <a:buSzPts val="1920"/>
              <a:buNone/>
              <a:defRPr sz="2400" b="1">
                <a:solidFill>
                  <a:schemeClr val="accent4"/>
                </a:solidFill>
                <a:latin typeface="Calibri"/>
                <a:ea typeface="Calibri"/>
                <a:cs typeface="Calibri"/>
                <a:sym typeface="Calibri"/>
              </a:defRPr>
            </a:lvl1pPr>
            <a:lvl2pPr marL="914400" lvl="1" indent="-228600" algn="l" rtl="0">
              <a:spcBef>
                <a:spcPts val="1000"/>
              </a:spcBef>
              <a:spcAft>
                <a:spcPts val="0"/>
              </a:spcAft>
              <a:buSzPts val="1280"/>
              <a:buNone/>
              <a:defRPr/>
            </a:lvl2pPr>
            <a:lvl3pPr marL="1371600" lvl="2" indent="-320039" algn="l" rtl="0">
              <a:spcBef>
                <a:spcPts val="1000"/>
              </a:spcBef>
              <a:spcAft>
                <a:spcPts val="0"/>
              </a:spcAft>
              <a:buSzPts val="1440"/>
              <a:buChar char="►"/>
              <a:defRPr/>
            </a:lvl3pPr>
            <a:lvl4pPr marL="1828800" lvl="3" indent="-320039" algn="l" rtl="0">
              <a:spcBef>
                <a:spcPts val="1000"/>
              </a:spcBef>
              <a:spcAft>
                <a:spcPts val="0"/>
              </a:spcAft>
              <a:buSzPts val="1440"/>
              <a:buChar char="►"/>
              <a:defRPr/>
            </a:lvl4pPr>
            <a:lvl5pPr marL="2286000" lvl="4" indent="-320039" algn="l" rtl="0">
              <a:spcBef>
                <a:spcPts val="1000"/>
              </a:spcBef>
              <a:spcAft>
                <a:spcPts val="0"/>
              </a:spcAft>
              <a:buSzPts val="1440"/>
              <a:buChar char="►"/>
              <a:defRPr/>
            </a:lvl5pPr>
            <a:lvl6pPr marL="2743200" lvl="5" indent="-320039" algn="l" rtl="0">
              <a:spcBef>
                <a:spcPts val="1000"/>
              </a:spcBef>
              <a:spcAft>
                <a:spcPts val="0"/>
              </a:spcAft>
              <a:buSzPts val="1440"/>
              <a:buChar char="►"/>
              <a:defRPr/>
            </a:lvl6pPr>
            <a:lvl7pPr marL="3200400" lvl="6" indent="-320039"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36" name="Google Shape;236;p22"/>
          <p:cNvSpPr txBox="1">
            <a:spLocks noGrp="1"/>
          </p:cNvSpPr>
          <p:nvPr>
            <p:ph type="title"/>
          </p:nvPr>
        </p:nvSpPr>
        <p:spPr>
          <a:xfrm>
            <a:off x="4149139" y="1529685"/>
            <a:ext cx="3924900" cy="1695600"/>
          </a:xfrm>
          <a:prstGeom prst="rect">
            <a:avLst/>
          </a:prstGeom>
          <a:noFill/>
          <a:ln>
            <a:noFill/>
          </a:ln>
        </p:spPr>
        <p:txBody>
          <a:bodyPr spcFirstLastPara="1" wrap="square" lIns="91425" tIns="45700" rIns="91425" bIns="45700" anchor="t" anchorCtr="0">
            <a:normAutofit/>
          </a:bodyPr>
          <a:lstStyle>
            <a:lvl1pPr lvl="0" algn="l" rtl="0">
              <a:spcBef>
                <a:spcPts val="1000"/>
              </a:spcBef>
              <a:spcAft>
                <a:spcPts val="0"/>
              </a:spcAft>
              <a:buClr>
                <a:schemeClr val="lt1"/>
              </a:buClr>
              <a:buSzPts val="4800"/>
              <a:buFont typeface="Trebuchet MS"/>
              <a:buNone/>
              <a:defRPr sz="4800" b="1">
                <a:solidFill>
                  <a:schemeClr val="l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grpSp>
        <p:nvGrpSpPr>
          <p:cNvPr id="54" name="Google Shape;54;p1"/>
          <p:cNvGrpSpPr/>
          <p:nvPr/>
        </p:nvGrpSpPr>
        <p:grpSpPr>
          <a:xfrm>
            <a:off x="0" y="-8467"/>
            <a:ext cx="12192133" cy="6866580"/>
            <a:chOff x="0" y="-8467"/>
            <a:chExt cx="12192133" cy="6866580"/>
          </a:xfrm>
        </p:grpSpPr>
        <p:cxnSp>
          <p:nvCxnSpPr>
            <p:cNvPr id="55" name="Google Shape;55;p1"/>
            <p:cNvCxnSpPr/>
            <p:nvPr/>
          </p:nvCxnSpPr>
          <p:spPr>
            <a:xfrm>
              <a:off x="9371012" y="0"/>
              <a:ext cx="1219200" cy="6858000"/>
            </a:xfrm>
            <a:prstGeom prst="straightConnector1">
              <a:avLst/>
            </a:prstGeom>
            <a:noFill/>
            <a:ln w="9525" cap="flat" cmpd="sng">
              <a:solidFill>
                <a:schemeClr val="accent1">
                  <a:alpha val="69800"/>
                </a:schemeClr>
              </a:solidFill>
              <a:prstDash val="solid"/>
              <a:round/>
              <a:headEnd type="none" w="sm" len="sm"/>
              <a:tailEnd type="none" w="sm" len="sm"/>
            </a:ln>
          </p:spPr>
        </p:cxnSp>
        <p:cxnSp>
          <p:nvCxnSpPr>
            <p:cNvPr id="56" name="Google Shape;56;p1"/>
            <p:cNvCxnSpPr/>
            <p:nvPr/>
          </p:nvCxnSpPr>
          <p:spPr>
            <a:xfrm flipH="1">
              <a:off x="7425125" y="3681413"/>
              <a:ext cx="4763700" cy="3176700"/>
            </a:xfrm>
            <a:prstGeom prst="straightConnector1">
              <a:avLst/>
            </a:prstGeom>
            <a:noFill/>
            <a:ln w="9525" cap="flat" cmpd="sng">
              <a:solidFill>
                <a:schemeClr val="accent1">
                  <a:alpha val="69800"/>
                </a:schemeClr>
              </a:solidFill>
              <a:prstDash val="solid"/>
              <a:round/>
              <a:headEnd type="none" w="sm" len="sm"/>
              <a:tailEnd type="none" w="sm" len="sm"/>
            </a:ln>
          </p:spPr>
        </p:cxnSp>
        <p:sp>
          <p:nvSpPr>
            <p:cNvPr id="57" name="Google Shape;57;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90"/>
              </a:schemeClr>
            </a:solidFill>
            <a:ln>
              <a:noFill/>
            </a:ln>
          </p:spPr>
        </p:sp>
        <p:sp>
          <p:nvSpPr>
            <p:cNvPr id="58" name="Google Shape;58;p1"/>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59" name="Google Shape;59;p1"/>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0"/>
              </a:srgbClr>
            </a:solidFill>
            <a:ln>
              <a:noFill/>
            </a:ln>
          </p:spPr>
        </p:sp>
        <p:sp>
          <p:nvSpPr>
            <p:cNvPr id="61" name="Google Shape;61;p1"/>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0"/>
              </a:schemeClr>
            </a:solidFill>
            <a:ln>
              <a:noFill/>
            </a:ln>
          </p:spPr>
        </p:sp>
        <p:sp>
          <p:nvSpPr>
            <p:cNvPr id="62" name="Google Shape;62;p1"/>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63" name="Google Shape;63;p1"/>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
            <p:cNvSpPr/>
            <p:nvPr/>
          </p:nvSpPr>
          <p:spPr>
            <a:xfrm>
              <a:off x="0" y="4013200"/>
              <a:ext cx="448800" cy="2844900"/>
            </a:xfrm>
            <a:prstGeom prst="triangle">
              <a:avLst>
                <a:gd name="adj" fmla="val 0"/>
              </a:avLst>
            </a:prstGeom>
            <a:solidFill>
              <a:schemeClr val="accent1">
                <a:alpha val="698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66" name="Google Shape;66;p1"/>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67" name="Google Shape;67;p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8" name="Google Shape;68;p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9" name="Google Shape;69;p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p1"/>
          <p:cNvSpPr txBox="1"/>
          <p:nvPr/>
        </p:nvSpPr>
        <p:spPr>
          <a:xfrm>
            <a:off x="660396" y="6378906"/>
            <a:ext cx="27432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0" i="0" u="none" strike="noStrike" cap="none">
                <a:solidFill>
                  <a:schemeClr val="accent2"/>
                </a:solidFill>
                <a:latin typeface="Trebuchet MS"/>
                <a:ea typeface="Trebuchet MS"/>
                <a:cs typeface="Trebuchet MS"/>
                <a:sym typeface="Trebuchet MS"/>
              </a:rPr>
              <a:t>9/3/2026</a:t>
            </a:r>
            <a:endParaRPr sz="1100" b="0" i="0" u="none" strike="noStrike" cap="none">
              <a:solidFill>
                <a:schemeClr val="accent2"/>
              </a:solidFill>
              <a:latin typeface="Trebuchet MS"/>
              <a:ea typeface="Trebuchet MS"/>
              <a:cs typeface="Trebuchet MS"/>
              <a:sym typeface="Trebuchet MS"/>
            </a:endParaRPr>
          </a:p>
        </p:txBody>
      </p:sp>
      <p:sp>
        <p:nvSpPr>
          <p:cNvPr id="71" name="Google Shape;71;p1"/>
          <p:cNvSpPr txBox="1"/>
          <p:nvPr/>
        </p:nvSpPr>
        <p:spPr>
          <a:xfrm>
            <a:off x="1445526" y="6378906"/>
            <a:ext cx="41148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1" i="0" u="none" strike="noStrike" cap="none">
                <a:solidFill>
                  <a:schemeClr val="accent2"/>
                </a:solidFill>
                <a:latin typeface="Trebuchet MS"/>
                <a:ea typeface="Trebuchet MS"/>
                <a:cs typeface="Trebuchet MS"/>
                <a:sym typeface="Trebuchet MS"/>
              </a:rPr>
              <a:t>Annual Review</a:t>
            </a:r>
            <a:endParaRPr/>
          </a:p>
        </p:txBody>
      </p:sp>
      <p:sp>
        <p:nvSpPr>
          <p:cNvPr id="72" name="Google Shape;72;p1"/>
          <p:cNvSpPr txBox="1"/>
          <p:nvPr/>
        </p:nvSpPr>
        <p:spPr>
          <a:xfrm>
            <a:off x="8805338" y="6378906"/>
            <a:ext cx="27432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accent4"/>
                </a:solidFill>
                <a:latin typeface="Trebuchet MS"/>
                <a:ea typeface="Trebuchet MS"/>
                <a:cs typeface="Trebuchet MS"/>
                <a:sym typeface="Trebuchet MS"/>
              </a:rPr>
              <a:t>‹#›</a:t>
            </a:fld>
            <a:endParaRPr sz="1100" b="0" i="0" u="none" strike="noStrike" cap="none">
              <a:solidFill>
                <a:schemeClr val="accent4"/>
              </a:solidFill>
              <a:latin typeface="Trebuchet MS"/>
              <a:ea typeface="Trebuchet MS"/>
              <a:cs typeface="Trebuchet MS"/>
              <a:sym typeface="Trebuchet M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3"/>
          <p:cNvSpPr txBox="1">
            <a:spLocks noGrp="1"/>
          </p:cNvSpPr>
          <p:nvPr>
            <p:ph type="body" idx="1"/>
          </p:nvPr>
        </p:nvSpPr>
        <p:spPr>
          <a:xfrm>
            <a:off x="77584" y="3437614"/>
            <a:ext cx="6018416" cy="519545"/>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600"/>
              <a:buNone/>
            </a:pPr>
            <a:r>
              <a:rPr lang="en-US" b="0" dirty="0">
                <a:solidFill>
                  <a:schemeClr val="dk1"/>
                </a:solidFill>
              </a:rPr>
              <a:t>[Student Name-Naraharisetti Venkata Apoorva </a:t>
            </a:r>
            <a:endParaRPr b="0" dirty="0">
              <a:solidFill>
                <a:schemeClr val="dk1"/>
              </a:solidFill>
            </a:endParaRPr>
          </a:p>
          <a:p>
            <a:pPr marL="0" lvl="0" indent="0" algn="r" rtl="0">
              <a:spcBef>
                <a:spcPts val="1000"/>
              </a:spcBef>
              <a:spcAft>
                <a:spcPts val="0"/>
              </a:spcAft>
              <a:buSzPts val="1600"/>
              <a:buNone/>
            </a:pPr>
            <a:endParaRPr b="0" dirty="0">
              <a:solidFill>
                <a:schemeClr val="dk1"/>
              </a:solidFill>
            </a:endParaRPr>
          </a:p>
        </p:txBody>
      </p:sp>
      <p:sp>
        <p:nvSpPr>
          <p:cNvPr id="242" name="Google Shape;242;p23"/>
          <p:cNvSpPr txBox="1">
            <a:spLocks noGrp="1"/>
          </p:cNvSpPr>
          <p:nvPr>
            <p:ph type="title"/>
          </p:nvPr>
        </p:nvSpPr>
        <p:spPr>
          <a:xfrm>
            <a:off x="678363" y="2844750"/>
            <a:ext cx="10003491" cy="743400"/>
          </a:xfrm>
          <a:prstGeom prst="rect">
            <a:avLst/>
          </a:prstGeom>
          <a:noFill/>
          <a:ln>
            <a:noFill/>
          </a:ln>
        </p:spPr>
        <p:txBody>
          <a:bodyPr spcFirstLastPara="1" wrap="square" lIns="91425" tIns="45700" rIns="91425" bIns="45700" anchor="t" anchorCtr="0">
            <a:normAutofit fontScale="90000"/>
          </a:bodyPr>
          <a:lstStyle/>
          <a:p>
            <a:pPr lvl="0">
              <a:buSzPts val="3200"/>
            </a:pPr>
            <a:r>
              <a:rPr lang="en-US" sz="3200" dirty="0"/>
              <a:t>Project Title -</a:t>
            </a:r>
            <a:r>
              <a:rPr lang="en-IN" sz="3200" dirty="0"/>
              <a:t>Seasonal Agriculture Performance Analysis</a:t>
            </a:r>
            <a:endParaRPr sz="3200" dirty="0"/>
          </a:p>
        </p:txBody>
      </p:sp>
      <p:sp>
        <p:nvSpPr>
          <p:cNvPr id="243" name="Google Shape;243;p23"/>
          <p:cNvSpPr txBox="1"/>
          <p:nvPr/>
        </p:nvSpPr>
        <p:spPr>
          <a:xfrm>
            <a:off x="6400800" y="2794001"/>
            <a:ext cx="3312300" cy="8616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1920"/>
              <a:buFont typeface="Noto Sans Symbols"/>
              <a:buNone/>
            </a:pPr>
            <a:endParaRPr sz="2400" b="1" i="0" u="none" strike="noStrike" cap="none">
              <a:solidFill>
                <a:schemeClr val="accent4"/>
              </a:solidFill>
              <a:latin typeface="Trebuchet MS"/>
              <a:ea typeface="Trebuchet MS"/>
              <a:cs typeface="Trebuchet MS"/>
              <a:sym typeface="Trebuchet MS"/>
            </a:endParaRPr>
          </a:p>
        </p:txBody>
      </p:sp>
      <p:pic>
        <p:nvPicPr>
          <p:cNvPr id="244" name="Google Shape;244;p2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45" name="Google Shape;245;p23"/>
          <p:cNvSpPr txBox="1"/>
          <p:nvPr/>
        </p:nvSpPr>
        <p:spPr>
          <a:xfrm>
            <a:off x="742459" y="4338966"/>
            <a:ext cx="6640427" cy="369291"/>
          </a:xfrm>
          <a:prstGeom prst="rect">
            <a:avLst/>
          </a:prstGeom>
          <a:noFill/>
          <a:ln>
            <a:noFill/>
          </a:ln>
        </p:spPr>
        <p:txBody>
          <a:bodyPr spcFirstLastPara="1" wrap="square" lIns="91425" tIns="45700" rIns="91425" bIns="45700" anchor="t" anchorCtr="0">
            <a:spAutoFit/>
          </a:bodyPr>
          <a:lstStyle/>
          <a:p>
            <a:pPr lvl="0"/>
            <a:r>
              <a:rPr lang="en-US" sz="1800" b="1" i="0" u="none" strike="noStrike" cap="none" dirty="0">
                <a:solidFill>
                  <a:schemeClr val="dk1"/>
                </a:solidFill>
                <a:latin typeface="Trebuchet MS"/>
                <a:ea typeface="Trebuchet MS"/>
                <a:cs typeface="Trebuchet MS"/>
                <a:sym typeface="Trebuchet MS"/>
              </a:rPr>
              <a:t>AICTE STU ID :</a:t>
            </a:r>
            <a:r>
              <a:rPr lang="en-IN" b="1" dirty="0"/>
              <a:t>STU64391d6a138531681464682</a:t>
            </a:r>
            <a:endParaRPr dirty="0"/>
          </a:p>
        </p:txBody>
      </p:sp>
      <p:sp>
        <p:nvSpPr>
          <p:cNvPr id="5" name="Google Shape;241;p23">
            <a:extLst>
              <a:ext uri="{FF2B5EF4-FFF2-40B4-BE49-F238E27FC236}">
                <a16:creationId xmlns:a16="http://schemas.microsoft.com/office/drawing/2014/main" id="{1C2E4999-6B32-8365-B970-268CB8E71381}"/>
              </a:ext>
            </a:extLst>
          </p:cNvPr>
          <p:cNvSpPr txBox="1">
            <a:spLocks/>
          </p:cNvSpPr>
          <p:nvPr/>
        </p:nvSpPr>
        <p:spPr>
          <a:xfrm>
            <a:off x="-72045" y="3819392"/>
            <a:ext cx="7944197" cy="78104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100000"/>
              </a:lnSpc>
              <a:spcBef>
                <a:spcPts val="1000"/>
              </a:spcBef>
              <a:spcAft>
                <a:spcPts val="0"/>
              </a:spcAft>
              <a:buClr>
                <a:schemeClr val="accent1"/>
              </a:buClr>
              <a:buSzPts val="1600"/>
              <a:buFont typeface="Noto Sans Symbols"/>
              <a:buNone/>
              <a:defRPr sz="2000" b="1" i="0" u="none" strike="noStrike" cap="none">
                <a:solidFill>
                  <a:schemeClr val="accent4"/>
                </a:solidFill>
                <a:latin typeface="Trebuchet MS"/>
                <a:ea typeface="Trebuchet MS"/>
                <a:cs typeface="Trebuchet MS"/>
                <a:sym typeface="Trebuchet MS"/>
              </a:defRPr>
            </a:lvl1pPr>
            <a:lvl2pPr marL="914400" marR="0" lvl="1" indent="-228600" algn="l" rtl="0">
              <a:lnSpc>
                <a:spcPct val="100000"/>
              </a:lnSpc>
              <a:spcBef>
                <a:spcPts val="1000"/>
              </a:spcBef>
              <a:spcAft>
                <a:spcPts val="0"/>
              </a:spcAft>
              <a:buClr>
                <a:schemeClr val="accent1"/>
              </a:buClr>
              <a:buSzPts val="1600"/>
              <a:buFont typeface="Noto Sans Symbols"/>
              <a:buNone/>
              <a:defRPr sz="2000" b="0" i="0" u="none" strike="noStrike" cap="none">
                <a:solidFill>
                  <a:srgbClr val="3F3F3F"/>
                </a:solidFill>
                <a:latin typeface="Trebuchet MS"/>
                <a:ea typeface="Trebuchet MS"/>
                <a:cs typeface="Trebuchet MS"/>
                <a:sym typeface="Trebuchet MS"/>
              </a:defRPr>
            </a:lvl2pPr>
            <a:lvl3pPr marL="1371600" marR="0" lvl="2" indent="-320039" algn="l" rtl="0">
              <a:lnSpc>
                <a:spcPct val="100000"/>
              </a:lnSpc>
              <a:spcBef>
                <a:spcPts val="1000"/>
              </a:spcBef>
              <a:spcAft>
                <a:spcPts val="0"/>
              </a:spcAft>
              <a:buClr>
                <a:schemeClr val="accent1"/>
              </a:buClr>
              <a:buSzPts val="144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320039"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320040" algn="l" rtl="0">
              <a:lnSpc>
                <a:spcPct val="100000"/>
              </a:lnSpc>
              <a:spcBef>
                <a:spcPts val="1000"/>
              </a:spcBef>
              <a:spcAft>
                <a:spcPts val="0"/>
              </a:spcAft>
              <a:buClr>
                <a:schemeClr val="accent1"/>
              </a:buClr>
              <a:buSzPts val="1440"/>
              <a:buFont typeface="Noto Sans Symbols"/>
              <a:buChar char="►"/>
              <a:defRPr sz="1200" b="0" i="0" u="none" strike="noStrike" cap="none">
                <a:solidFill>
                  <a:srgbClr val="3F3F3F"/>
                </a:solidFill>
                <a:latin typeface="Trebuchet MS"/>
                <a:ea typeface="Trebuchet MS"/>
                <a:cs typeface="Trebuchet MS"/>
                <a:sym typeface="Trebuchet MS"/>
              </a:defRPr>
            </a:lvl9pPr>
          </a:lstStyle>
          <a:p>
            <a:pPr marL="0" indent="0" algn="r">
              <a:spcBef>
                <a:spcPts val="0"/>
              </a:spcBef>
            </a:pPr>
            <a:r>
              <a:rPr lang="en-US" b="0" dirty="0">
                <a:solidFill>
                  <a:schemeClr val="dk1"/>
                </a:solidFill>
              </a:rPr>
              <a:t>College Name-Seshadri Rao </a:t>
            </a:r>
            <a:r>
              <a:rPr lang="en-US" b="0" dirty="0" err="1">
                <a:solidFill>
                  <a:schemeClr val="dk1"/>
                </a:solidFill>
              </a:rPr>
              <a:t>Gudlavalleru</a:t>
            </a:r>
            <a:r>
              <a:rPr lang="en-US" b="0" dirty="0">
                <a:solidFill>
                  <a:schemeClr val="dk1"/>
                </a:solidFill>
              </a:rPr>
              <a:t> Engineering College] </a:t>
            </a:r>
          </a:p>
          <a:p>
            <a:pPr marL="0" indent="0" algn="r"/>
            <a:endParaRPr lang="en-US" b="0" dirty="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1822"/>
                                        <p:tgtEl>
                                          <p:spTgt spid="24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43"/>
                                        </p:tgtEl>
                                        <p:attrNameLst>
                                          <p:attrName>style.visibility</p:attrName>
                                        </p:attrNameLst>
                                      </p:cBhvr>
                                      <p:to>
                                        <p:strVal val="visible"/>
                                      </p:to>
                                    </p:set>
                                    <p:anim calcmode="lin" valueType="num">
                                      <p:cBhvr additive="base">
                                        <p:cTn id="12" dur="500"/>
                                        <p:tgtEl>
                                          <p:spTgt spid="243"/>
                                        </p:tgtEl>
                                        <p:attrNameLst>
                                          <p:attrName>ppt_w</p:attrName>
                                        </p:attrNameLst>
                                      </p:cBhvr>
                                      <p:tavLst>
                                        <p:tav tm="0">
                                          <p:val>
                                            <p:strVal val="0"/>
                                          </p:val>
                                        </p:tav>
                                        <p:tav tm="100000">
                                          <p:val>
                                            <p:strVal val="#ppt_w"/>
                                          </p:val>
                                        </p:tav>
                                      </p:tavLst>
                                    </p:anim>
                                    <p:anim calcmode="lin" valueType="num">
                                      <p:cBhvr additive="base">
                                        <p:cTn id="13" dur="500"/>
                                        <p:tgtEl>
                                          <p:spTgt spid="243"/>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1">
                                            <p:txEl>
                                              <p:pRg st="0" end="0"/>
                                            </p:txEl>
                                          </p:spTgt>
                                        </p:tgtEl>
                                        <p:attrNameLst>
                                          <p:attrName>style.visibility</p:attrName>
                                        </p:attrNameLst>
                                      </p:cBhvr>
                                      <p:to>
                                        <p:strVal val="visible"/>
                                      </p:to>
                                    </p:set>
                                    <p:animEffect transition="in" filter="fade">
                                      <p:cBhvr>
                                        <p:cTn id="18" dur="500"/>
                                        <p:tgtEl>
                                          <p:spTgt spid="24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fade">
                                      <p:cBhvr>
                                        <p:cTn id="2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4"/>
          <p:cNvSpPr txBox="1">
            <a:spLocks noGrp="1"/>
          </p:cNvSpPr>
          <p:nvPr>
            <p:ph type="body" idx="1"/>
          </p:nvPr>
        </p:nvSpPr>
        <p:spPr>
          <a:xfrm>
            <a:off x="754602" y="2102218"/>
            <a:ext cx="6431400" cy="36081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just" rtl="0">
              <a:lnSpc>
                <a:spcPct val="100000"/>
              </a:lnSpc>
              <a:spcBef>
                <a:spcPts val="0"/>
              </a:spcBef>
              <a:spcAft>
                <a:spcPts val="0"/>
              </a:spcAft>
              <a:buSzPct val="80000"/>
              <a:buChar char="▪"/>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2800" dirty="0"/>
          </a:p>
        </p:txBody>
      </p:sp>
      <p:sp>
        <p:nvSpPr>
          <p:cNvPr id="251" name="Google Shape;251;p24"/>
          <p:cNvSpPr txBox="1">
            <a:spLocks noGrp="1"/>
          </p:cNvSpPr>
          <p:nvPr>
            <p:ph type="title"/>
          </p:nvPr>
        </p:nvSpPr>
        <p:spPr>
          <a:xfrm>
            <a:off x="754602" y="550417"/>
            <a:ext cx="6995700" cy="7902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dirty="0"/>
              <a:t>PROBLEM  STATEMENT</a:t>
            </a:r>
            <a:endParaRPr dirty="0"/>
          </a:p>
        </p:txBody>
      </p:sp>
      <p:pic>
        <p:nvPicPr>
          <p:cNvPr id="252" name="Google Shape;252;p24"/>
          <p:cNvPicPr preferRelativeResize="0"/>
          <p:nvPr/>
        </p:nvPicPr>
        <p:blipFill rotWithShape="1">
          <a:blip r:embed="rId3">
            <a:alphaModFix/>
          </a:blip>
          <a:srcRect/>
          <a:stretch/>
        </p:blipFill>
        <p:spPr>
          <a:xfrm>
            <a:off x="7995684" y="2930834"/>
            <a:ext cx="2760756" cy="3264408"/>
          </a:xfrm>
          <a:prstGeom prst="rect">
            <a:avLst/>
          </a:prstGeom>
          <a:noFill/>
          <a:ln>
            <a:noFill/>
          </a:ln>
        </p:spPr>
      </p:pic>
      <p:pic>
        <p:nvPicPr>
          <p:cNvPr id="253" name="Google Shape;253;p24"/>
          <p:cNvPicPr preferRelativeResize="0"/>
          <p:nvPr/>
        </p:nvPicPr>
        <p:blipFill rotWithShape="1">
          <a:blip r:embed="rId4">
            <a:alphaModFix/>
          </a:blip>
          <a:srcRect t="96181"/>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anim calcmode="lin" valueType="num">
                                      <p:cBhvr additive="base">
                                        <p:cTn id="7" dur="500"/>
                                        <p:tgtEl>
                                          <p:spTgt spid="251"/>
                                        </p:tgtEl>
                                        <p:attrNameLst>
                                          <p:attrName>ppt_w</p:attrName>
                                        </p:attrNameLst>
                                      </p:cBhvr>
                                      <p:tavLst>
                                        <p:tav tm="0">
                                          <p:val>
                                            <p:strVal val="0"/>
                                          </p:val>
                                        </p:tav>
                                        <p:tav tm="100000">
                                          <p:val>
                                            <p:strVal val="#ppt_w"/>
                                          </p:val>
                                        </p:tav>
                                      </p:tavLst>
                                    </p:anim>
                                    <p:anim calcmode="lin" valueType="num">
                                      <p:cBhvr additive="base">
                                        <p:cTn id="8" dur="500"/>
                                        <p:tgtEl>
                                          <p:spTgt spid="25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50">
                                            <p:txEl>
                                              <p:pRg st="0" end="0"/>
                                            </p:txEl>
                                          </p:spTgt>
                                        </p:tgtEl>
                                        <p:attrNameLst>
                                          <p:attrName>style.visibility</p:attrName>
                                        </p:attrNameLst>
                                      </p:cBhvr>
                                      <p:to>
                                        <p:strVal val="visible"/>
                                      </p:to>
                                    </p:set>
                                    <p:animEffect transition="in" filter="fade">
                                      <p:cBhvr>
                                        <p:cTn id="13" dur="1000"/>
                                        <p:tgtEl>
                                          <p:spTgt spid="25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57"/>
        <p:cNvGrpSpPr/>
        <p:nvPr/>
      </p:nvGrpSpPr>
      <p:grpSpPr>
        <a:xfrm>
          <a:off x="0" y="0"/>
          <a:ext cx="0" cy="0"/>
          <a:chOff x="0" y="0"/>
          <a:chExt cx="0" cy="0"/>
        </a:xfrm>
      </p:grpSpPr>
      <p:sp>
        <p:nvSpPr>
          <p:cNvPr id="258" name="Google Shape;258;p25"/>
          <p:cNvSpPr txBox="1">
            <a:spLocks noGrp="1"/>
          </p:cNvSpPr>
          <p:nvPr>
            <p:ph type="title"/>
          </p:nvPr>
        </p:nvSpPr>
        <p:spPr>
          <a:xfrm>
            <a:off x="660399" y="805213"/>
            <a:ext cx="6276000" cy="8310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dirty="0"/>
              <a:t>Project Description</a:t>
            </a:r>
            <a:br>
              <a:rPr lang="en-US" dirty="0"/>
            </a:br>
            <a:endParaRPr dirty="0"/>
          </a:p>
        </p:txBody>
      </p:sp>
      <p:pic>
        <p:nvPicPr>
          <p:cNvPr id="259" name="Google Shape;259;p2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pic>
        <p:nvPicPr>
          <p:cNvPr id="260" name="Google Shape;260;p25"/>
          <p:cNvPicPr preferRelativeResize="0"/>
          <p:nvPr/>
        </p:nvPicPr>
        <p:blipFill rotWithShape="1">
          <a:blip r:embed="rId4">
            <a:alphaModFix/>
          </a:blip>
          <a:srcRect/>
          <a:stretch/>
        </p:blipFill>
        <p:spPr>
          <a:xfrm>
            <a:off x="467359" y="6410461"/>
            <a:ext cx="3706253" cy="296092"/>
          </a:xfrm>
          <a:prstGeom prst="rect">
            <a:avLst/>
          </a:prstGeom>
          <a:noFill/>
          <a:ln>
            <a:noFill/>
          </a:ln>
        </p:spPr>
      </p:pic>
      <p:sp>
        <p:nvSpPr>
          <p:cNvPr id="2" name="TextBox 1">
            <a:extLst>
              <a:ext uri="{FF2B5EF4-FFF2-40B4-BE49-F238E27FC236}">
                <a16:creationId xmlns:a16="http://schemas.microsoft.com/office/drawing/2014/main" id="{F87121E1-03BF-EAD1-4859-DB4778A827A6}"/>
              </a:ext>
            </a:extLst>
          </p:cNvPr>
          <p:cNvSpPr txBox="1"/>
          <p:nvPr/>
        </p:nvSpPr>
        <p:spPr>
          <a:xfrm>
            <a:off x="660399" y="2068956"/>
            <a:ext cx="8865986" cy="3908762"/>
          </a:xfrm>
          <a:prstGeom prst="rect">
            <a:avLst/>
          </a:prstGeom>
          <a:noFill/>
        </p:spPr>
        <p:txBody>
          <a:bodyPr wrap="square" rtlCol="0">
            <a:spAutoFit/>
          </a:bodyPr>
          <a:lstStyle/>
          <a:p>
            <a:pPr algn="just"/>
            <a:r>
              <a:rPr lang="en-IN" sz="1800" b="1" dirty="0"/>
              <a:t>Seasonal Agriculture Performance Analysis</a:t>
            </a:r>
            <a:r>
              <a:rPr lang="en-IN" sz="1800" dirty="0"/>
              <a:t> is a data analytics project that </a:t>
            </a:r>
            <a:r>
              <a:rPr lang="en-IN" sz="1800" dirty="0" err="1"/>
              <a:t>analyzes</a:t>
            </a:r>
            <a:r>
              <a:rPr lang="en-IN" sz="1800" dirty="0"/>
              <a:t> agricultural data across different seasons, crops, regions, irrigation methods, environmental conditions, resource usage, and economic factors.</a:t>
            </a:r>
          </a:p>
          <a:p>
            <a:pPr algn="just"/>
            <a:r>
              <a:rPr lang="en-IN" sz="1800" dirty="0"/>
              <a:t>The project focuses on identifying:</a:t>
            </a:r>
          </a:p>
          <a:p>
            <a:pPr marL="285750" indent="-285750" algn="just">
              <a:buFont typeface="Arial" panose="020B0604020202020204" pitchFamily="34" charset="0"/>
              <a:buChar char="•"/>
            </a:pPr>
            <a:r>
              <a:rPr lang="en-IN" sz="1800" dirty="0"/>
              <a:t>Seasonal patterns and variations in agricultural performance.</a:t>
            </a:r>
          </a:p>
          <a:p>
            <a:pPr marL="285750" indent="-285750" algn="just">
              <a:buFont typeface="Arial" panose="020B0604020202020204" pitchFamily="34" charset="0"/>
              <a:buChar char="•"/>
            </a:pPr>
            <a:r>
              <a:rPr lang="en-IN" sz="1800" dirty="0"/>
              <a:t>Differences in crop yield and production.</a:t>
            </a:r>
          </a:p>
          <a:p>
            <a:pPr marL="285750" indent="-285750" algn="just">
              <a:buFont typeface="Arial" panose="020B0604020202020204" pitchFamily="34" charset="0"/>
              <a:buChar char="•"/>
            </a:pPr>
            <a:r>
              <a:rPr lang="en-IN" sz="1800" dirty="0"/>
              <a:t>Seasonal profitability and economic outcomes.</a:t>
            </a:r>
          </a:p>
          <a:p>
            <a:pPr marL="285750" indent="-285750" algn="just">
              <a:buFont typeface="Arial" panose="020B0604020202020204" pitchFamily="34" charset="0"/>
              <a:buChar char="•"/>
            </a:pPr>
            <a:r>
              <a:rPr lang="en-IN" sz="1800" dirty="0"/>
              <a:t>Relationships between environmental conditions and agricultural performance.</a:t>
            </a:r>
          </a:p>
          <a:p>
            <a:pPr marL="285750" indent="-285750" algn="just">
              <a:buFont typeface="Arial" panose="020B0604020202020204" pitchFamily="34" charset="0"/>
              <a:buChar char="•"/>
            </a:pPr>
            <a:r>
              <a:rPr lang="en-IN" sz="1800" dirty="0"/>
              <a:t>Resource usage and irrigation performance.</a:t>
            </a:r>
          </a:p>
          <a:p>
            <a:pPr marL="285750" indent="-285750" algn="just">
              <a:buFont typeface="Arial" panose="020B0604020202020204" pitchFamily="34" charset="0"/>
              <a:buChar char="•"/>
            </a:pPr>
            <a:r>
              <a:rPr lang="en-IN" sz="1800" dirty="0"/>
              <a:t>Important correlations and meaningful insights.</a:t>
            </a:r>
          </a:p>
          <a:p>
            <a:pPr algn="just"/>
            <a:r>
              <a:rPr lang="en-IN" sz="1800" dirty="0"/>
              <a:t>The analysis uses data cleaning, statistical analysis, visualization, correlation analysis, and seasonal comparisons to generate evidence-based insights and recommendations for better agricultural planning.</a:t>
            </a:r>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 calcmode="lin" valueType="num">
                                      <p:cBhvr additive="base">
                                        <p:cTn id="7" dur="500"/>
                                        <p:tgtEl>
                                          <p:spTgt spid="258"/>
                                        </p:tgtEl>
                                        <p:attrNameLst>
                                          <p:attrName>ppt_w</p:attrName>
                                        </p:attrNameLst>
                                      </p:cBhvr>
                                      <p:tavLst>
                                        <p:tav tm="0">
                                          <p:val>
                                            <p:strVal val="0"/>
                                          </p:val>
                                        </p:tav>
                                        <p:tav tm="100000">
                                          <p:val>
                                            <p:strVal val="#ppt_w"/>
                                          </p:val>
                                        </p:tav>
                                      </p:tavLst>
                                    </p:anim>
                                    <p:anim calcmode="lin" valueType="num">
                                      <p:cBhvr additive="base">
                                        <p:cTn id="8" dur="500"/>
                                        <p:tgtEl>
                                          <p:spTgt spid="25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01E27-BE10-2203-2E93-041A550748F4}"/>
              </a:ext>
            </a:extLst>
          </p:cNvPr>
          <p:cNvSpPr>
            <a:spLocks noGrp="1"/>
          </p:cNvSpPr>
          <p:nvPr>
            <p:ph type="title"/>
          </p:nvPr>
        </p:nvSpPr>
        <p:spPr>
          <a:xfrm>
            <a:off x="677334" y="609600"/>
            <a:ext cx="8596800" cy="795251"/>
          </a:xfrm>
        </p:spPr>
        <p:txBody>
          <a:bodyPr/>
          <a:lstStyle/>
          <a:p>
            <a:r>
              <a:rPr lang="en-US" dirty="0">
                <a:solidFill>
                  <a:schemeClr val="tx1"/>
                </a:solidFill>
              </a:rPr>
              <a:t>RAW DATASET</a:t>
            </a:r>
            <a:endParaRPr lang="en-IN" dirty="0">
              <a:solidFill>
                <a:schemeClr val="tx1"/>
              </a:solidFill>
            </a:endParaRPr>
          </a:p>
        </p:txBody>
      </p:sp>
      <p:sp>
        <p:nvSpPr>
          <p:cNvPr id="3" name="Slide Number Placeholder 2">
            <a:extLst>
              <a:ext uri="{FF2B5EF4-FFF2-40B4-BE49-F238E27FC236}">
                <a16:creationId xmlns:a16="http://schemas.microsoft.com/office/drawing/2014/main" id="{B9238D10-6D74-A6AA-354B-958E45B67B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5" name="Picture 4">
            <a:extLst>
              <a:ext uri="{FF2B5EF4-FFF2-40B4-BE49-F238E27FC236}">
                <a16:creationId xmlns:a16="http://schemas.microsoft.com/office/drawing/2014/main" id="{AD9B82EA-36B0-B372-A325-668EEECCCBA6}"/>
              </a:ext>
            </a:extLst>
          </p:cNvPr>
          <p:cNvPicPr>
            <a:picLocks noChangeAspect="1"/>
          </p:cNvPicPr>
          <p:nvPr/>
        </p:nvPicPr>
        <p:blipFill>
          <a:blip r:embed="rId2"/>
          <a:stretch>
            <a:fillRect/>
          </a:stretch>
        </p:blipFill>
        <p:spPr>
          <a:xfrm>
            <a:off x="573577" y="1404851"/>
            <a:ext cx="8769928" cy="4366999"/>
          </a:xfrm>
          <a:prstGeom prst="rect">
            <a:avLst/>
          </a:prstGeom>
        </p:spPr>
      </p:pic>
    </p:spTree>
    <p:extLst>
      <p:ext uri="{BB962C8B-B14F-4D97-AF65-F5344CB8AC3E}">
        <p14:creationId xmlns:p14="http://schemas.microsoft.com/office/powerpoint/2010/main" val="2341366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6"/>
          <p:cNvSpPr txBox="1">
            <a:spLocks noGrp="1"/>
          </p:cNvSpPr>
          <p:nvPr>
            <p:ph type="body" idx="1"/>
          </p:nvPr>
        </p:nvSpPr>
        <p:spPr>
          <a:xfrm>
            <a:off x="721359" y="1991360"/>
            <a:ext cx="7904400" cy="3990000"/>
          </a:xfrm>
          <a:prstGeom prst="rect">
            <a:avLst/>
          </a:prstGeom>
          <a:noFill/>
          <a:ln>
            <a:noFill/>
          </a:ln>
        </p:spPr>
        <p:txBody>
          <a:bodyPr spcFirstLastPara="1" wrap="square" lIns="91425" tIns="45700" rIns="91425" bIns="45700" anchor="t" anchorCtr="0">
            <a:normAutofit fontScale="55000" lnSpcReduction="20000"/>
          </a:bodyPr>
          <a:lstStyle/>
          <a:p>
            <a:r>
              <a:rPr lang="en-IN" sz="3600" b="1" dirty="0"/>
              <a:t>The end users are people and organizations who can use the project findings to support better agricultural planning and decision-making.</a:t>
            </a:r>
            <a:endParaRPr lang="en-IN" sz="3600" dirty="0"/>
          </a:p>
          <a:p>
            <a:r>
              <a:rPr lang="en-IN" sz="3600" dirty="0"/>
              <a:t>Then list:</a:t>
            </a:r>
          </a:p>
          <a:p>
            <a:r>
              <a:rPr lang="en-IN" sz="3600" b="1" dirty="0"/>
              <a:t>Farmers</a:t>
            </a:r>
            <a:r>
              <a:rPr lang="en-IN" sz="3600" dirty="0"/>
              <a:t> – for better crop, season, and irrigation decisions </a:t>
            </a:r>
          </a:p>
          <a:p>
            <a:r>
              <a:rPr lang="en-IN" sz="3600" b="1" dirty="0"/>
              <a:t>Agricultural Planners</a:t>
            </a:r>
            <a:r>
              <a:rPr lang="en-IN" sz="3600" dirty="0"/>
              <a:t> – for seasonal planning </a:t>
            </a:r>
          </a:p>
          <a:p>
            <a:r>
              <a:rPr lang="en-IN" sz="3600" b="1" dirty="0"/>
              <a:t>Agricultural Researchers</a:t>
            </a:r>
            <a:r>
              <a:rPr lang="en-IN" sz="3600" dirty="0"/>
              <a:t> – for studying agricultural patterns </a:t>
            </a:r>
          </a:p>
          <a:p>
            <a:r>
              <a:rPr lang="en-IN" sz="3600" b="1" dirty="0"/>
              <a:t>Government Agricultural Departments</a:t>
            </a:r>
            <a:r>
              <a:rPr lang="en-IN" sz="3600" dirty="0"/>
              <a:t> – for planning and decision-making </a:t>
            </a:r>
          </a:p>
          <a:p>
            <a:r>
              <a:rPr lang="en-IN" sz="3600" b="1" dirty="0"/>
              <a:t>Agribusiness Organizations</a:t>
            </a:r>
            <a:r>
              <a:rPr lang="en-IN" sz="3600" dirty="0"/>
              <a:t> – for understanding crop and market performance</a:t>
            </a:r>
          </a:p>
          <a:p>
            <a:pPr marL="342900" lvl="0" indent="-160020" algn="just" rtl="0">
              <a:lnSpc>
                <a:spcPct val="150000"/>
              </a:lnSpc>
              <a:spcBef>
                <a:spcPts val="0"/>
              </a:spcBef>
              <a:spcAft>
                <a:spcPts val="0"/>
              </a:spcAft>
              <a:buSzPts val="2880"/>
              <a:buNone/>
            </a:pPr>
            <a:endParaRPr sz="3600" dirty="0"/>
          </a:p>
        </p:txBody>
      </p:sp>
      <p:sp>
        <p:nvSpPr>
          <p:cNvPr id="266" name="Google Shape;266;p26"/>
          <p:cNvSpPr txBox="1">
            <a:spLocks noGrp="1"/>
          </p:cNvSpPr>
          <p:nvPr>
            <p:ph type="title"/>
          </p:nvPr>
        </p:nvSpPr>
        <p:spPr>
          <a:xfrm>
            <a:off x="620008" y="876617"/>
            <a:ext cx="10046100" cy="8025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Trebuchet MS"/>
              <a:buNone/>
            </a:pPr>
            <a:r>
              <a:rPr lang="en-US" sz="3200" dirty="0"/>
              <a:t>WHO ARE THE END USERS?</a:t>
            </a:r>
            <a:endParaRPr sz="2000" dirty="0"/>
          </a:p>
        </p:txBody>
      </p:sp>
      <p:pic>
        <p:nvPicPr>
          <p:cNvPr id="267" name="Google Shape;267;p26"/>
          <p:cNvPicPr preferRelativeResize="0"/>
          <p:nvPr/>
        </p:nvPicPr>
        <p:blipFill rotWithShape="1">
          <a:blip r:embed="rId3">
            <a:alphaModFix/>
          </a:blip>
          <a:srcRect/>
          <a:stretch/>
        </p:blipFill>
        <p:spPr>
          <a:xfrm>
            <a:off x="721359" y="6176804"/>
            <a:ext cx="2181225" cy="485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anim calcmode="lin" valueType="num">
                                      <p:cBhvr additive="base">
                                        <p:cTn id="7" dur="500"/>
                                        <p:tgtEl>
                                          <p:spTgt spid="266"/>
                                        </p:tgtEl>
                                        <p:attrNameLst>
                                          <p:attrName>ppt_w</p:attrName>
                                        </p:attrNameLst>
                                      </p:cBhvr>
                                      <p:tavLst>
                                        <p:tav tm="0">
                                          <p:val>
                                            <p:strVal val="0"/>
                                          </p:val>
                                        </p:tav>
                                        <p:tav tm="100000">
                                          <p:val>
                                            <p:strVal val="#ppt_w"/>
                                          </p:val>
                                        </p:tav>
                                      </p:tavLst>
                                    </p:anim>
                                    <p:anim calcmode="lin" valueType="num">
                                      <p:cBhvr additive="base">
                                        <p:cTn id="8" dur="500"/>
                                        <p:tgtEl>
                                          <p:spTgt spid="26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65">
                                            <p:txEl>
                                              <p:pRg st="0" end="0"/>
                                            </p:txEl>
                                          </p:spTgt>
                                        </p:tgtEl>
                                        <p:attrNameLst>
                                          <p:attrName>style.visibility</p:attrName>
                                        </p:attrNameLst>
                                      </p:cBhvr>
                                      <p:to>
                                        <p:strVal val="visible"/>
                                      </p:to>
                                    </p:set>
                                    <p:animEffect transition="in" filter="fade">
                                      <p:cBhvr>
                                        <p:cTn id="13" dur="1000"/>
                                        <p:tgtEl>
                                          <p:spTgt spid="26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65">
                                            <p:txEl>
                                              <p:pRg st="1" end="1"/>
                                            </p:txEl>
                                          </p:spTgt>
                                        </p:tgtEl>
                                        <p:attrNameLst>
                                          <p:attrName>style.visibility</p:attrName>
                                        </p:attrNameLst>
                                      </p:cBhvr>
                                      <p:to>
                                        <p:strVal val="visible"/>
                                      </p:to>
                                    </p:set>
                                    <p:animEffect transition="in" filter="fade">
                                      <p:cBhvr>
                                        <p:cTn id="18" dur="1000"/>
                                        <p:tgtEl>
                                          <p:spTgt spid="26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5">
                                            <p:txEl>
                                              <p:pRg st="2" end="2"/>
                                            </p:txEl>
                                          </p:spTgt>
                                        </p:tgtEl>
                                        <p:attrNameLst>
                                          <p:attrName>style.visibility</p:attrName>
                                        </p:attrNameLst>
                                      </p:cBhvr>
                                      <p:to>
                                        <p:strVal val="visible"/>
                                      </p:to>
                                    </p:set>
                                    <p:animEffect transition="in" filter="fade">
                                      <p:cBhvr>
                                        <p:cTn id="23" dur="1000"/>
                                        <p:tgtEl>
                                          <p:spTgt spid="26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5">
                                            <p:txEl>
                                              <p:pRg st="3" end="3"/>
                                            </p:txEl>
                                          </p:spTgt>
                                        </p:tgtEl>
                                        <p:attrNameLst>
                                          <p:attrName>style.visibility</p:attrName>
                                        </p:attrNameLst>
                                      </p:cBhvr>
                                      <p:to>
                                        <p:strVal val="visible"/>
                                      </p:to>
                                    </p:set>
                                    <p:animEffect transition="in" filter="fade">
                                      <p:cBhvr>
                                        <p:cTn id="28" dur="1000"/>
                                        <p:tgtEl>
                                          <p:spTgt spid="265">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65">
                                            <p:txEl>
                                              <p:pRg st="4" end="4"/>
                                            </p:txEl>
                                          </p:spTgt>
                                        </p:tgtEl>
                                        <p:attrNameLst>
                                          <p:attrName>style.visibility</p:attrName>
                                        </p:attrNameLst>
                                      </p:cBhvr>
                                      <p:to>
                                        <p:strVal val="visible"/>
                                      </p:to>
                                    </p:set>
                                    <p:animEffect transition="in" filter="fade">
                                      <p:cBhvr>
                                        <p:cTn id="33" dur="1000"/>
                                        <p:tgtEl>
                                          <p:spTgt spid="265">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65">
                                            <p:txEl>
                                              <p:pRg st="5" end="5"/>
                                            </p:txEl>
                                          </p:spTgt>
                                        </p:tgtEl>
                                        <p:attrNameLst>
                                          <p:attrName>style.visibility</p:attrName>
                                        </p:attrNameLst>
                                      </p:cBhvr>
                                      <p:to>
                                        <p:strVal val="visible"/>
                                      </p:to>
                                    </p:set>
                                    <p:animEffect transition="in" filter="fade">
                                      <p:cBhvr>
                                        <p:cTn id="38" dur="1000"/>
                                        <p:tgtEl>
                                          <p:spTgt spid="265">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65">
                                            <p:txEl>
                                              <p:pRg st="6" end="6"/>
                                            </p:txEl>
                                          </p:spTgt>
                                        </p:tgtEl>
                                        <p:attrNameLst>
                                          <p:attrName>style.visibility</p:attrName>
                                        </p:attrNameLst>
                                      </p:cBhvr>
                                      <p:to>
                                        <p:strVal val="visible"/>
                                      </p:to>
                                    </p:set>
                                    <p:animEffect transition="in" filter="fade">
                                      <p:cBhvr>
                                        <p:cTn id="43" dur="1000"/>
                                        <p:tgtEl>
                                          <p:spTgt spid="26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72"/>
        <p:cNvGrpSpPr/>
        <p:nvPr/>
      </p:nvGrpSpPr>
      <p:grpSpPr>
        <a:xfrm>
          <a:off x="0" y="0"/>
          <a:ext cx="0" cy="0"/>
          <a:chOff x="0" y="0"/>
          <a:chExt cx="0" cy="0"/>
        </a:xfrm>
      </p:grpSpPr>
      <p:pic>
        <p:nvPicPr>
          <p:cNvPr id="273" name="Google Shape;273;p27"/>
          <p:cNvPicPr preferRelativeResize="0"/>
          <p:nvPr/>
        </p:nvPicPr>
        <p:blipFill rotWithShape="1">
          <a:blip r:embed="rId3">
            <a:alphaModFix/>
          </a:blip>
          <a:srcRect/>
          <a:stretch/>
        </p:blipFill>
        <p:spPr>
          <a:xfrm>
            <a:off x="467359" y="6410461"/>
            <a:ext cx="3706253" cy="296092"/>
          </a:xfrm>
          <a:prstGeom prst="rect">
            <a:avLst/>
          </a:prstGeom>
          <a:noFill/>
          <a:ln>
            <a:noFill/>
          </a:ln>
        </p:spPr>
      </p:pic>
      <p:pic>
        <p:nvPicPr>
          <p:cNvPr id="274" name="Google Shape;274;p27"/>
          <p:cNvPicPr preferRelativeResize="0"/>
          <p:nvPr/>
        </p:nvPicPr>
        <p:blipFill rotWithShape="1">
          <a:blip r:embed="rId4">
            <a:alphaModFix/>
          </a:blip>
          <a:srcRect/>
          <a:stretch/>
        </p:blipFill>
        <p:spPr>
          <a:xfrm flipH="1">
            <a:off x="50800" y="3820160"/>
            <a:ext cx="1727200" cy="3010025"/>
          </a:xfrm>
          <a:prstGeom prst="rect">
            <a:avLst/>
          </a:prstGeom>
          <a:noFill/>
          <a:ln>
            <a:noFill/>
          </a:ln>
        </p:spPr>
      </p:pic>
      <p:sp>
        <p:nvSpPr>
          <p:cNvPr id="275" name="Google Shape;275;p27"/>
          <p:cNvSpPr txBox="1">
            <a:spLocks noGrp="1"/>
          </p:cNvSpPr>
          <p:nvPr>
            <p:ph type="body" idx="1"/>
          </p:nvPr>
        </p:nvSpPr>
        <p:spPr>
          <a:xfrm>
            <a:off x="1452999" y="2196027"/>
            <a:ext cx="9027600" cy="3941139"/>
          </a:xfrm>
          <a:prstGeom prst="rect">
            <a:avLst/>
          </a:prstGeom>
          <a:noFill/>
          <a:ln>
            <a:noFill/>
          </a:ln>
        </p:spPr>
        <p:txBody>
          <a:bodyPr spcFirstLastPara="1" wrap="square" lIns="91425" tIns="45700" rIns="91425" bIns="45700" anchor="t" anchorCtr="0">
            <a:normAutofit/>
          </a:bodyPr>
          <a:lstStyle/>
          <a:p>
            <a:pPr marL="558800" lvl="1" indent="0" algn="just">
              <a:lnSpc>
                <a:spcPct val="150000"/>
              </a:lnSpc>
              <a:spcBef>
                <a:spcPts val="0"/>
              </a:spcBef>
              <a:buNone/>
            </a:pPr>
            <a:endParaRPr lang="en-IN" sz="2400" dirty="0"/>
          </a:p>
          <a:p>
            <a:pPr marL="558800" lvl="1" indent="0">
              <a:lnSpc>
                <a:spcPct val="150000"/>
              </a:lnSpc>
              <a:spcBef>
                <a:spcPts val="0"/>
              </a:spcBef>
              <a:buNone/>
            </a:pPr>
            <a:r>
              <a:rPr lang="en-IN" sz="2400" b="1" dirty="0"/>
              <a:t>Python:</a:t>
            </a:r>
            <a:r>
              <a:rPr lang="en-IN" sz="2400" dirty="0"/>
              <a:t> Programming Language</a:t>
            </a:r>
            <a:br>
              <a:rPr lang="en-IN" sz="2400" dirty="0"/>
            </a:br>
            <a:r>
              <a:rPr lang="en-IN" sz="2400" b="1" dirty="0"/>
              <a:t>Pandas:</a:t>
            </a:r>
            <a:r>
              <a:rPr lang="en-IN" sz="2400" dirty="0"/>
              <a:t> Data Analysis</a:t>
            </a:r>
            <a:br>
              <a:rPr lang="en-IN" sz="2400" dirty="0"/>
            </a:br>
            <a:r>
              <a:rPr lang="en-IN" sz="2400" b="1" dirty="0"/>
              <a:t>NumPy:</a:t>
            </a:r>
            <a:r>
              <a:rPr lang="en-IN" sz="2400" dirty="0"/>
              <a:t> Numerical Computing</a:t>
            </a:r>
            <a:br>
              <a:rPr lang="en-IN" sz="2400" dirty="0"/>
            </a:br>
            <a:r>
              <a:rPr lang="en-IN" sz="2400" b="1" dirty="0"/>
              <a:t>Matplotlib:</a:t>
            </a:r>
            <a:r>
              <a:rPr lang="en-IN" sz="2400" dirty="0"/>
              <a:t> Data Visualization</a:t>
            </a:r>
            <a:br>
              <a:rPr lang="en-IN" sz="2400" dirty="0"/>
            </a:br>
            <a:r>
              <a:rPr lang="en-IN" sz="2400" b="1" dirty="0"/>
              <a:t>Seaborn:</a:t>
            </a:r>
            <a:r>
              <a:rPr lang="en-IN" sz="2400" dirty="0"/>
              <a:t> Statistical Visualization</a:t>
            </a:r>
            <a:br>
              <a:rPr lang="en-IN" sz="2400" dirty="0"/>
            </a:br>
            <a:r>
              <a:rPr lang="en-IN" sz="2400" b="1" dirty="0"/>
              <a:t>Google </a:t>
            </a:r>
            <a:r>
              <a:rPr lang="en-IN" sz="2400" b="1" dirty="0" err="1"/>
              <a:t>Colab</a:t>
            </a:r>
            <a:r>
              <a:rPr lang="en-IN" sz="2400" b="1" dirty="0"/>
              <a:t>:</a:t>
            </a:r>
            <a:r>
              <a:rPr lang="en-IN" sz="2400" dirty="0"/>
              <a:t> Development Platform </a:t>
            </a:r>
          </a:p>
          <a:p>
            <a:pPr marL="558800" lvl="1" indent="0" algn="just">
              <a:lnSpc>
                <a:spcPct val="150000"/>
              </a:lnSpc>
              <a:spcBef>
                <a:spcPts val="0"/>
              </a:spcBef>
              <a:buNone/>
            </a:pPr>
            <a:endParaRPr lang="en-IN" sz="2400" dirty="0"/>
          </a:p>
        </p:txBody>
      </p:sp>
      <p:sp>
        <p:nvSpPr>
          <p:cNvPr id="276" name="Google Shape;276;p27"/>
          <p:cNvSpPr txBox="1">
            <a:spLocks noGrp="1"/>
          </p:cNvSpPr>
          <p:nvPr>
            <p:ph type="title"/>
          </p:nvPr>
        </p:nvSpPr>
        <p:spPr>
          <a:xfrm>
            <a:off x="660399" y="430567"/>
            <a:ext cx="5306400" cy="847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dirty="0"/>
              <a:t>Technology Used</a:t>
            </a:r>
            <a:endParaRPr dirty="0"/>
          </a:p>
        </p:txBody>
      </p:sp>
      <p:sp>
        <p:nvSpPr>
          <p:cNvPr id="2" name="TextBox 1">
            <a:extLst>
              <a:ext uri="{FF2B5EF4-FFF2-40B4-BE49-F238E27FC236}">
                <a16:creationId xmlns:a16="http://schemas.microsoft.com/office/drawing/2014/main" id="{B3DF706A-6C74-9BAA-9D7D-41D6C7902B30}"/>
              </a:ext>
            </a:extLst>
          </p:cNvPr>
          <p:cNvSpPr txBox="1"/>
          <p:nvPr/>
        </p:nvSpPr>
        <p:spPr>
          <a:xfrm>
            <a:off x="806957" y="1380419"/>
            <a:ext cx="9385069" cy="1631216"/>
          </a:xfrm>
          <a:prstGeom prst="rect">
            <a:avLst/>
          </a:prstGeom>
          <a:noFill/>
        </p:spPr>
        <p:txBody>
          <a:bodyPr wrap="square" rtlCol="0">
            <a:spAutoFit/>
          </a:bodyPr>
          <a:lstStyle/>
          <a:p>
            <a:pPr marL="457200" indent="-457200" algn="just">
              <a:buFont typeface="Arial" panose="020B0604020202020204" pitchFamily="34" charset="0"/>
              <a:buChar char="•"/>
            </a:pPr>
            <a:r>
              <a:rPr lang="en-IN" sz="2400" dirty="0"/>
              <a:t>The project was developed using Python and data analysis and visualization tools in Google </a:t>
            </a:r>
            <a:r>
              <a:rPr lang="en-IN" sz="2400" dirty="0" err="1"/>
              <a:t>Colab</a:t>
            </a:r>
            <a:r>
              <a:rPr lang="en-IN" sz="2400" dirty="0"/>
              <a:t>.</a:t>
            </a:r>
          </a:p>
          <a:p>
            <a:pPr marL="457200" indent="-457200" algn="just">
              <a:buFont typeface="Arial" panose="020B0604020202020204" pitchFamily="34" charset="0"/>
              <a:buChar char="•"/>
            </a:pPr>
            <a:r>
              <a:rPr lang="en-IN" sz="2400" dirty="0"/>
              <a:t>Technologies:</a:t>
            </a:r>
          </a:p>
          <a:p>
            <a:pPr marL="457200" indent="-457200" algn="just">
              <a:buFont typeface="Arial" panose="020B0604020202020204" pitchFamily="34" charset="0"/>
              <a:buChar char="•"/>
            </a:pPr>
            <a:endParaRPr lang="en-I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 calcmode="lin" valueType="num">
                                      <p:cBhvr additive="base">
                                        <p:cTn id="7" dur="500"/>
                                        <p:tgtEl>
                                          <p:spTgt spid="276"/>
                                        </p:tgtEl>
                                        <p:attrNameLst>
                                          <p:attrName>ppt_w</p:attrName>
                                        </p:attrNameLst>
                                      </p:cBhvr>
                                      <p:tavLst>
                                        <p:tav tm="0">
                                          <p:val>
                                            <p:strVal val="0"/>
                                          </p:val>
                                        </p:tav>
                                        <p:tav tm="100000">
                                          <p:val>
                                            <p:strVal val="#ppt_w"/>
                                          </p:val>
                                        </p:tav>
                                      </p:tavLst>
                                    </p:anim>
                                    <p:anim calcmode="lin" valueType="num">
                                      <p:cBhvr additive="base">
                                        <p:cTn id="8" dur="500"/>
                                        <p:tgtEl>
                                          <p:spTgt spid="27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75">
                                            <p:txEl>
                                              <p:pRg st="1" end="1"/>
                                            </p:txEl>
                                          </p:spTgt>
                                        </p:tgtEl>
                                        <p:attrNameLst>
                                          <p:attrName>style.visibility</p:attrName>
                                        </p:attrNameLst>
                                      </p:cBhvr>
                                      <p:to>
                                        <p:strVal val="visible"/>
                                      </p:to>
                                    </p:set>
                                    <p:animEffect transition="in" filter="fade">
                                      <p:cBhvr>
                                        <p:cTn id="13" dur="1000"/>
                                        <p:tgtEl>
                                          <p:spTgt spid="2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28"/>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82" name="Google Shape;282;p28"/>
          <p:cNvSpPr txBox="1">
            <a:spLocks noGrp="1"/>
          </p:cNvSpPr>
          <p:nvPr>
            <p:ph type="title"/>
          </p:nvPr>
        </p:nvSpPr>
        <p:spPr>
          <a:xfrm>
            <a:off x="675957" y="277871"/>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dirty="0"/>
              <a:t>RESULTS </a:t>
            </a:r>
            <a:endParaRPr dirty="0"/>
          </a:p>
        </p:txBody>
      </p:sp>
      <p:sp>
        <p:nvSpPr>
          <p:cNvPr id="283" name="Google Shape;283;p28"/>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84" name="Google Shape;284;p28"/>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CCA597CE-216C-C3DA-AA4B-285F598DB295}"/>
              </a:ext>
            </a:extLst>
          </p:cNvPr>
          <p:cNvSpPr txBox="1"/>
          <p:nvPr/>
        </p:nvSpPr>
        <p:spPr>
          <a:xfrm>
            <a:off x="453986" y="1112149"/>
            <a:ext cx="5797185" cy="1015663"/>
          </a:xfrm>
          <a:prstGeom prst="rect">
            <a:avLst/>
          </a:prstGeom>
          <a:noFill/>
        </p:spPr>
        <p:txBody>
          <a:bodyPr wrap="square" rtlCol="0">
            <a:spAutoFit/>
          </a:bodyPr>
          <a:lstStyle/>
          <a:p>
            <a:r>
              <a:rPr lang="en-IN" sz="2400" b="1" dirty="0"/>
              <a:t>Plot title:</a:t>
            </a:r>
            <a:r>
              <a:rPr lang="en-IN" sz="2400" dirty="0"/>
              <a:t> Season vs Yield</a:t>
            </a:r>
            <a:br>
              <a:rPr lang="en-IN" dirty="0"/>
            </a:br>
            <a:r>
              <a:rPr lang="en-IN" sz="1800" i="1" dirty="0"/>
              <a:t>Kharif recorded the highest average yield, while Zaid recorded the lowest.</a:t>
            </a:r>
            <a:endParaRPr lang="en-IN" sz="1800" dirty="0"/>
          </a:p>
        </p:txBody>
      </p:sp>
      <p:pic>
        <p:nvPicPr>
          <p:cNvPr id="4" name="Picture 3">
            <a:extLst>
              <a:ext uri="{FF2B5EF4-FFF2-40B4-BE49-F238E27FC236}">
                <a16:creationId xmlns:a16="http://schemas.microsoft.com/office/drawing/2014/main" id="{970FBC64-D716-2489-030C-2387DFF6A6ED}"/>
              </a:ext>
            </a:extLst>
          </p:cNvPr>
          <p:cNvPicPr>
            <a:picLocks noChangeAspect="1"/>
          </p:cNvPicPr>
          <p:nvPr/>
        </p:nvPicPr>
        <p:blipFill>
          <a:blip r:embed="rId4"/>
          <a:stretch>
            <a:fillRect/>
          </a:stretch>
        </p:blipFill>
        <p:spPr>
          <a:xfrm>
            <a:off x="453986" y="2291034"/>
            <a:ext cx="6985687" cy="40434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 calcmode="lin" valueType="num">
                                      <p:cBhvr additive="base">
                                        <p:cTn id="7" dur="500"/>
                                        <p:tgtEl>
                                          <p:spTgt spid="282"/>
                                        </p:tgtEl>
                                        <p:attrNameLst>
                                          <p:attrName>ppt_w</p:attrName>
                                        </p:attrNameLst>
                                      </p:cBhvr>
                                      <p:tavLst>
                                        <p:tav tm="0">
                                          <p:val>
                                            <p:strVal val="0"/>
                                          </p:val>
                                        </p:tav>
                                        <p:tav tm="100000">
                                          <p:val>
                                            <p:strVal val="#ppt_w"/>
                                          </p:val>
                                        </p:tav>
                                      </p:tavLst>
                                    </p:anim>
                                    <p:anim calcmode="lin" valueType="num">
                                      <p:cBhvr additive="base">
                                        <p:cTn id="8" dur="500"/>
                                        <p:tgtEl>
                                          <p:spTgt spid="28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3"/>
                                        </p:tgtEl>
                                        <p:attrNameLst>
                                          <p:attrName>style.visibility</p:attrName>
                                        </p:attrNameLst>
                                      </p:cBhvr>
                                      <p:to>
                                        <p:strVal val="visible"/>
                                      </p:to>
                                    </p:set>
                                    <p:animEffect transition="in" filter="fade">
                                      <p:cBhvr>
                                        <p:cTn id="13" dur="1000"/>
                                        <p:tgtEl>
                                          <p:spTgt spid="28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4"/>
                                        </p:tgtEl>
                                        <p:attrNameLst>
                                          <p:attrName>style.visibility</p:attrName>
                                        </p:attrNameLst>
                                      </p:cBhvr>
                                      <p:to>
                                        <p:strVal val="visible"/>
                                      </p:to>
                                    </p:set>
                                    <p:animEffect transition="in" filter="fade">
                                      <p:cBhvr>
                                        <p:cTn id="18" dur="1000"/>
                                        <p:tgtEl>
                                          <p:spTgt spid="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29"/>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90" name="Google Shape;290;p29"/>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291" name="Google Shape;291;p29"/>
          <p:cNvSpPr txBox="1"/>
          <p:nvPr/>
        </p:nvSpPr>
        <p:spPr>
          <a:xfrm>
            <a:off x="807163" y="1275371"/>
            <a:ext cx="4986808"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92" name="Google Shape;292;p29"/>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93" name="Google Shape;293;p29"/>
          <p:cNvSpPr txBox="1">
            <a:spLocks noGrp="1"/>
          </p:cNvSpPr>
          <p:nvPr>
            <p:ph type="body" idx="1"/>
          </p:nvPr>
        </p:nvSpPr>
        <p:spPr>
          <a:xfrm>
            <a:off x="507905" y="1201589"/>
            <a:ext cx="8178895" cy="1236692"/>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IN" sz="2400" b="1" dirty="0">
                <a:solidFill>
                  <a:schemeClr val="tx1">
                    <a:lumMod val="95000"/>
                    <a:lumOff val="5000"/>
                  </a:schemeClr>
                </a:solidFill>
              </a:rPr>
              <a:t>Plot title</a:t>
            </a:r>
            <a:r>
              <a:rPr lang="en-IN" sz="2400" b="1" dirty="0"/>
              <a:t>: </a:t>
            </a:r>
            <a:r>
              <a:rPr lang="en-IN" sz="2400" dirty="0">
                <a:solidFill>
                  <a:schemeClr val="tx1"/>
                </a:solidFill>
              </a:rPr>
              <a:t>Rainfall vs Yield</a:t>
            </a:r>
            <a:br>
              <a:rPr lang="en-IN" sz="2600" dirty="0"/>
            </a:br>
            <a:r>
              <a:rPr lang="en-IN" sz="1800" dirty="0"/>
              <a:t>Rainfall showed a very weak relationship with yield</a:t>
            </a:r>
            <a:r>
              <a:rPr lang="en-IN" dirty="0"/>
              <a:t>.</a:t>
            </a:r>
            <a:endParaRPr dirty="0"/>
          </a:p>
        </p:txBody>
      </p:sp>
      <p:pic>
        <p:nvPicPr>
          <p:cNvPr id="3" name="Picture 2">
            <a:extLst>
              <a:ext uri="{FF2B5EF4-FFF2-40B4-BE49-F238E27FC236}">
                <a16:creationId xmlns:a16="http://schemas.microsoft.com/office/drawing/2014/main" id="{CED5D4C6-2DF4-7256-88F4-2A710562F7AA}"/>
              </a:ext>
            </a:extLst>
          </p:cNvPr>
          <p:cNvPicPr>
            <a:picLocks noChangeAspect="1"/>
          </p:cNvPicPr>
          <p:nvPr/>
        </p:nvPicPr>
        <p:blipFill>
          <a:blip r:embed="rId4"/>
          <a:stretch>
            <a:fillRect/>
          </a:stretch>
        </p:blipFill>
        <p:spPr>
          <a:xfrm>
            <a:off x="675956" y="2452255"/>
            <a:ext cx="7013237" cy="41161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 calcmode="lin" valueType="num">
                                      <p:cBhvr additive="base">
                                        <p:cTn id="7" dur="500"/>
                                        <p:tgtEl>
                                          <p:spTgt spid="290"/>
                                        </p:tgtEl>
                                        <p:attrNameLst>
                                          <p:attrName>ppt_w</p:attrName>
                                        </p:attrNameLst>
                                      </p:cBhvr>
                                      <p:tavLst>
                                        <p:tav tm="0">
                                          <p:val>
                                            <p:strVal val="0"/>
                                          </p:val>
                                        </p:tav>
                                        <p:tav tm="100000">
                                          <p:val>
                                            <p:strVal val="#ppt_w"/>
                                          </p:val>
                                        </p:tav>
                                      </p:tavLst>
                                    </p:anim>
                                    <p:anim calcmode="lin" valueType="num">
                                      <p:cBhvr additive="base">
                                        <p:cTn id="8" dur="500"/>
                                        <p:tgtEl>
                                          <p:spTgt spid="29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91"/>
                                        </p:tgtEl>
                                        <p:attrNameLst>
                                          <p:attrName>style.visibility</p:attrName>
                                        </p:attrNameLst>
                                      </p:cBhvr>
                                      <p:to>
                                        <p:strVal val="visible"/>
                                      </p:to>
                                    </p:set>
                                    <p:animEffect transition="in" filter="fade">
                                      <p:cBhvr>
                                        <p:cTn id="13" dur="1000"/>
                                        <p:tgtEl>
                                          <p:spTgt spid="29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92"/>
                                        </p:tgtEl>
                                        <p:attrNameLst>
                                          <p:attrName>style.visibility</p:attrName>
                                        </p:attrNameLst>
                                      </p:cBhvr>
                                      <p:to>
                                        <p:strVal val="visible"/>
                                      </p:to>
                                    </p:set>
                                    <p:animEffect transition="in" filter="fade">
                                      <p:cBhvr>
                                        <p:cTn id="18" dur="1000"/>
                                        <p:tgtEl>
                                          <p:spTgt spid="29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3">
                                            <p:txEl>
                                              <p:pRg st="0" end="0"/>
                                            </p:txEl>
                                          </p:spTgt>
                                        </p:tgtEl>
                                        <p:attrNameLst>
                                          <p:attrName>style.visibility</p:attrName>
                                        </p:attrNameLst>
                                      </p:cBhvr>
                                      <p:to>
                                        <p:strVal val="visible"/>
                                      </p:to>
                                    </p:set>
                                    <p:animEffect transition="in" filter="fade">
                                      <p:cBhvr>
                                        <p:cTn id="23" dur="1000"/>
                                        <p:tgtEl>
                                          <p:spTgt spid="2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30"/>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99" name="Google Shape;299;p30"/>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00" name="Google Shape;300;p30"/>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1" name="Google Shape;301;p30"/>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2" name="Google Shape;302;p30"/>
          <p:cNvSpPr txBox="1">
            <a:spLocks noGrp="1"/>
          </p:cNvSpPr>
          <p:nvPr>
            <p:ph type="body" idx="1"/>
          </p:nvPr>
        </p:nvSpPr>
        <p:spPr>
          <a:xfrm>
            <a:off x="675957" y="1275371"/>
            <a:ext cx="6541287" cy="1168571"/>
          </a:xfrm>
          <a:prstGeom prst="rect">
            <a:avLst/>
          </a:prstGeom>
          <a:noFill/>
          <a:ln>
            <a:noFill/>
          </a:ln>
        </p:spPr>
        <p:txBody>
          <a:bodyPr spcFirstLastPara="1" wrap="square" lIns="91425" tIns="45700" rIns="91425" bIns="45700" anchor="t" anchorCtr="0">
            <a:normAutofit/>
          </a:bodyPr>
          <a:lstStyle/>
          <a:p>
            <a:pPr marL="127000" indent="0">
              <a:buNone/>
            </a:pPr>
            <a:r>
              <a:rPr lang="en-IN" sz="2400" b="1" dirty="0"/>
              <a:t>Plot title:</a:t>
            </a:r>
            <a:r>
              <a:rPr lang="en-IN" sz="2400" dirty="0"/>
              <a:t> Farm Area vs Production</a:t>
            </a:r>
          </a:p>
          <a:p>
            <a:pPr marL="127000" indent="0">
              <a:buNone/>
            </a:pPr>
            <a:r>
              <a:rPr lang="en-IN" sz="1800" i="1" dirty="0"/>
              <a:t>Larger farm areas generally showed higher production.</a:t>
            </a:r>
            <a:endParaRPr lang="en-IN" sz="1800" dirty="0"/>
          </a:p>
          <a:p>
            <a:pPr marL="0" lvl="0" indent="0" algn="l" rtl="0">
              <a:spcBef>
                <a:spcPts val="0"/>
              </a:spcBef>
              <a:spcAft>
                <a:spcPts val="0"/>
              </a:spcAft>
              <a:buSzPts val="1600"/>
              <a:buNone/>
            </a:pPr>
            <a:endParaRPr dirty="0"/>
          </a:p>
        </p:txBody>
      </p:sp>
      <p:pic>
        <p:nvPicPr>
          <p:cNvPr id="3" name="Picture 2">
            <a:extLst>
              <a:ext uri="{FF2B5EF4-FFF2-40B4-BE49-F238E27FC236}">
                <a16:creationId xmlns:a16="http://schemas.microsoft.com/office/drawing/2014/main" id="{E1C8E2D9-D51C-90EE-0D92-6028E42A4071}"/>
              </a:ext>
            </a:extLst>
          </p:cNvPr>
          <p:cNvPicPr>
            <a:picLocks noChangeAspect="1"/>
          </p:cNvPicPr>
          <p:nvPr/>
        </p:nvPicPr>
        <p:blipFill>
          <a:blip r:embed="rId4"/>
          <a:stretch>
            <a:fillRect/>
          </a:stretch>
        </p:blipFill>
        <p:spPr>
          <a:xfrm>
            <a:off x="809647" y="2443942"/>
            <a:ext cx="6273906" cy="38715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9"/>
                                        </p:tgtEl>
                                        <p:attrNameLst>
                                          <p:attrName>style.visibility</p:attrName>
                                        </p:attrNameLst>
                                      </p:cBhvr>
                                      <p:to>
                                        <p:strVal val="visible"/>
                                      </p:to>
                                    </p:set>
                                    <p:anim calcmode="lin" valueType="num">
                                      <p:cBhvr additive="base">
                                        <p:cTn id="7" dur="500"/>
                                        <p:tgtEl>
                                          <p:spTgt spid="299"/>
                                        </p:tgtEl>
                                        <p:attrNameLst>
                                          <p:attrName>ppt_w</p:attrName>
                                        </p:attrNameLst>
                                      </p:cBhvr>
                                      <p:tavLst>
                                        <p:tav tm="0">
                                          <p:val>
                                            <p:strVal val="0"/>
                                          </p:val>
                                        </p:tav>
                                        <p:tav tm="100000">
                                          <p:val>
                                            <p:strVal val="#ppt_w"/>
                                          </p:val>
                                        </p:tav>
                                      </p:tavLst>
                                    </p:anim>
                                    <p:anim calcmode="lin" valueType="num">
                                      <p:cBhvr additive="base">
                                        <p:cTn id="8" dur="500"/>
                                        <p:tgtEl>
                                          <p:spTgt spid="29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0"/>
                                        </p:tgtEl>
                                        <p:attrNameLst>
                                          <p:attrName>style.visibility</p:attrName>
                                        </p:attrNameLst>
                                      </p:cBhvr>
                                      <p:to>
                                        <p:strVal val="visible"/>
                                      </p:to>
                                    </p:set>
                                    <p:animEffect transition="in" filter="fade">
                                      <p:cBhvr>
                                        <p:cTn id="13" dur="1000"/>
                                        <p:tgtEl>
                                          <p:spTgt spid="30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1"/>
                                        </p:tgtEl>
                                        <p:attrNameLst>
                                          <p:attrName>style.visibility</p:attrName>
                                        </p:attrNameLst>
                                      </p:cBhvr>
                                      <p:to>
                                        <p:strVal val="visible"/>
                                      </p:to>
                                    </p:set>
                                    <p:animEffect transition="in" filter="fade">
                                      <p:cBhvr>
                                        <p:cTn id="18" dur="1000"/>
                                        <p:tgtEl>
                                          <p:spTgt spid="30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2">
                                            <p:txEl>
                                              <p:pRg st="0" end="0"/>
                                            </p:txEl>
                                          </p:spTgt>
                                        </p:tgtEl>
                                        <p:attrNameLst>
                                          <p:attrName>style.visibility</p:attrName>
                                        </p:attrNameLst>
                                      </p:cBhvr>
                                      <p:to>
                                        <p:strVal val="visible"/>
                                      </p:to>
                                    </p:set>
                                    <p:animEffect transition="in" filter="fade">
                                      <p:cBhvr>
                                        <p:cTn id="23" dur="1000"/>
                                        <p:tgtEl>
                                          <p:spTgt spid="30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02">
                                            <p:txEl>
                                              <p:pRg st="1" end="1"/>
                                            </p:txEl>
                                          </p:spTgt>
                                        </p:tgtEl>
                                        <p:attrNameLst>
                                          <p:attrName>style.visibility</p:attrName>
                                        </p:attrNameLst>
                                      </p:cBhvr>
                                      <p:to>
                                        <p:strVal val="visible"/>
                                      </p:to>
                                    </p:set>
                                    <p:animEffect transition="in" filter="fade">
                                      <p:cBhvr>
                                        <p:cTn id="28" dur="1000"/>
                                        <p:tgtEl>
                                          <p:spTgt spid="3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31"/>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08" name="Google Shape;308;p31"/>
          <p:cNvSpPr txBox="1">
            <a:spLocks noGrp="1"/>
          </p:cNvSpPr>
          <p:nvPr>
            <p:ph type="title"/>
          </p:nvPr>
        </p:nvSpPr>
        <p:spPr>
          <a:xfrm>
            <a:off x="675957" y="27914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dirty="0"/>
              <a:t>RESULTS </a:t>
            </a:r>
            <a:endParaRPr dirty="0"/>
          </a:p>
        </p:txBody>
      </p:sp>
      <p:sp>
        <p:nvSpPr>
          <p:cNvPr id="309" name="Google Shape;309;p31"/>
          <p:cNvSpPr txBox="1"/>
          <p:nvPr/>
        </p:nvSpPr>
        <p:spPr>
          <a:xfrm>
            <a:off x="226990" y="1110149"/>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0" name="Google Shape;310;p31"/>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1" name="Google Shape;311;p31"/>
          <p:cNvSpPr txBox="1">
            <a:spLocks noGrp="1"/>
          </p:cNvSpPr>
          <p:nvPr>
            <p:ph type="body" idx="1"/>
          </p:nvPr>
        </p:nvSpPr>
        <p:spPr>
          <a:xfrm>
            <a:off x="522131" y="1110149"/>
            <a:ext cx="6177928" cy="1195130"/>
          </a:xfrm>
          <a:prstGeom prst="rect">
            <a:avLst/>
          </a:prstGeom>
          <a:noFill/>
          <a:ln>
            <a:noFill/>
          </a:ln>
        </p:spPr>
        <p:txBody>
          <a:bodyPr spcFirstLastPara="1" wrap="square" lIns="91425" tIns="45700" rIns="91425" bIns="45700" anchor="t" anchorCtr="0">
            <a:normAutofit fontScale="92500" lnSpcReduction="20000"/>
          </a:bodyPr>
          <a:lstStyle/>
          <a:p>
            <a:pPr marL="127000" indent="0">
              <a:buNone/>
            </a:pPr>
            <a:r>
              <a:rPr lang="en-IN" sz="2600" b="1" dirty="0"/>
              <a:t>Plot title:</a:t>
            </a:r>
            <a:r>
              <a:rPr lang="en-IN" sz="2600" dirty="0"/>
              <a:t> Season, Crop and Profit</a:t>
            </a:r>
          </a:p>
          <a:p>
            <a:pPr marL="0" lvl="0" indent="0">
              <a:spcBef>
                <a:spcPts val="0"/>
              </a:spcBef>
              <a:buNone/>
            </a:pPr>
            <a:r>
              <a:rPr lang="en-IN" sz="1900" dirty="0"/>
              <a:t>Sugarcane and Chilli generated the highest profits in the Kharif and Rabi seasons, whereas Sugarcane remained the most profitable crop in Zaid.</a:t>
            </a:r>
            <a:endParaRPr sz="1900" dirty="0"/>
          </a:p>
        </p:txBody>
      </p:sp>
      <p:pic>
        <p:nvPicPr>
          <p:cNvPr id="3" name="Picture 2">
            <a:extLst>
              <a:ext uri="{FF2B5EF4-FFF2-40B4-BE49-F238E27FC236}">
                <a16:creationId xmlns:a16="http://schemas.microsoft.com/office/drawing/2014/main" id="{55C8BF8A-8C80-4AA6-430C-88142B696DA1}"/>
              </a:ext>
            </a:extLst>
          </p:cNvPr>
          <p:cNvPicPr>
            <a:picLocks noChangeAspect="1"/>
          </p:cNvPicPr>
          <p:nvPr/>
        </p:nvPicPr>
        <p:blipFill>
          <a:blip r:embed="rId4"/>
          <a:stretch>
            <a:fillRect/>
          </a:stretch>
        </p:blipFill>
        <p:spPr>
          <a:xfrm>
            <a:off x="468171" y="2365249"/>
            <a:ext cx="7428807" cy="4070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 calcmode="lin" valueType="num">
                                      <p:cBhvr additive="base">
                                        <p:cTn id="7" dur="500"/>
                                        <p:tgtEl>
                                          <p:spTgt spid="308"/>
                                        </p:tgtEl>
                                        <p:attrNameLst>
                                          <p:attrName>ppt_w</p:attrName>
                                        </p:attrNameLst>
                                      </p:cBhvr>
                                      <p:tavLst>
                                        <p:tav tm="0">
                                          <p:val>
                                            <p:strVal val="0"/>
                                          </p:val>
                                        </p:tav>
                                        <p:tav tm="100000">
                                          <p:val>
                                            <p:strVal val="#ppt_w"/>
                                          </p:val>
                                        </p:tav>
                                      </p:tavLst>
                                    </p:anim>
                                    <p:anim calcmode="lin" valueType="num">
                                      <p:cBhvr additive="base">
                                        <p:cTn id="8" dur="500"/>
                                        <p:tgtEl>
                                          <p:spTgt spid="30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9"/>
                                        </p:tgtEl>
                                        <p:attrNameLst>
                                          <p:attrName>style.visibility</p:attrName>
                                        </p:attrNameLst>
                                      </p:cBhvr>
                                      <p:to>
                                        <p:strVal val="visible"/>
                                      </p:to>
                                    </p:set>
                                    <p:animEffect transition="in" filter="fade">
                                      <p:cBhvr>
                                        <p:cTn id="13" dur="1000"/>
                                        <p:tgtEl>
                                          <p:spTgt spid="30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10"/>
                                        </p:tgtEl>
                                        <p:attrNameLst>
                                          <p:attrName>style.visibility</p:attrName>
                                        </p:attrNameLst>
                                      </p:cBhvr>
                                      <p:to>
                                        <p:strVal val="visible"/>
                                      </p:to>
                                    </p:set>
                                    <p:animEffect transition="in" filter="fade">
                                      <p:cBhvr>
                                        <p:cTn id="18" dur="1000"/>
                                        <p:tgtEl>
                                          <p:spTgt spid="3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11">
                                            <p:txEl>
                                              <p:pRg st="0" end="0"/>
                                            </p:txEl>
                                          </p:spTgt>
                                        </p:tgtEl>
                                        <p:attrNameLst>
                                          <p:attrName>style.visibility</p:attrName>
                                        </p:attrNameLst>
                                      </p:cBhvr>
                                      <p:to>
                                        <p:strVal val="visible"/>
                                      </p:to>
                                    </p:set>
                                    <p:animEffect transition="in" filter="fade">
                                      <p:cBhvr>
                                        <p:cTn id="23" dur="1000"/>
                                        <p:tgtEl>
                                          <p:spTgt spid="311">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11">
                                            <p:txEl>
                                              <p:pRg st="1" end="1"/>
                                            </p:txEl>
                                          </p:spTgt>
                                        </p:tgtEl>
                                        <p:attrNameLst>
                                          <p:attrName>style.visibility</p:attrName>
                                        </p:attrNameLst>
                                      </p:cBhvr>
                                      <p:to>
                                        <p:strVal val="visible"/>
                                      </p:to>
                                    </p:set>
                                    <p:animEffect transition="in" filter="fade">
                                      <p:cBhvr>
                                        <p:cTn id="28" dur="1000"/>
                                        <p:tgtEl>
                                          <p:spTgt spid="3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p32"/>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17" name="Google Shape;317;p32"/>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18" name="Google Shape;318;p32"/>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19" name="Google Shape;319;p32"/>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0" name="Google Shape;320;p32"/>
          <p:cNvSpPr txBox="1">
            <a:spLocks noGrp="1"/>
          </p:cNvSpPr>
          <p:nvPr>
            <p:ph type="body" idx="1"/>
          </p:nvPr>
        </p:nvSpPr>
        <p:spPr>
          <a:xfrm>
            <a:off x="675957" y="1277305"/>
            <a:ext cx="6065665" cy="1328132"/>
          </a:xfrm>
          <a:prstGeom prst="rect">
            <a:avLst/>
          </a:prstGeom>
          <a:noFill/>
          <a:ln>
            <a:noFill/>
          </a:ln>
        </p:spPr>
        <p:txBody>
          <a:bodyPr spcFirstLastPara="1" wrap="square" lIns="91425" tIns="45700" rIns="91425" bIns="45700" anchor="t" anchorCtr="0">
            <a:normAutofit/>
          </a:bodyPr>
          <a:lstStyle/>
          <a:p>
            <a:pPr marL="127000" indent="0">
              <a:buNone/>
            </a:pPr>
            <a:r>
              <a:rPr lang="en-IN" sz="2400" b="1" dirty="0"/>
              <a:t>Plot title:</a:t>
            </a:r>
            <a:r>
              <a:rPr lang="en-IN" sz="2400" dirty="0"/>
              <a:t> Correlation Heatmap</a:t>
            </a:r>
          </a:p>
          <a:p>
            <a:pPr marL="127000" indent="0">
              <a:buNone/>
            </a:pPr>
            <a:r>
              <a:rPr lang="en-IN" sz="1800" i="1" dirty="0"/>
              <a:t>Yield showed a strong relationship with water efficiency and production.</a:t>
            </a:r>
            <a:endParaRPr lang="en-IN" sz="1800" dirty="0"/>
          </a:p>
          <a:p>
            <a:pPr marL="0" lvl="0" indent="0" algn="l" rtl="0">
              <a:spcBef>
                <a:spcPts val="0"/>
              </a:spcBef>
              <a:spcAft>
                <a:spcPts val="0"/>
              </a:spcAft>
              <a:buSzPts val="1600"/>
              <a:buNone/>
            </a:pPr>
            <a:endParaRPr dirty="0"/>
          </a:p>
        </p:txBody>
      </p:sp>
      <p:pic>
        <p:nvPicPr>
          <p:cNvPr id="3" name="Picture 2">
            <a:extLst>
              <a:ext uri="{FF2B5EF4-FFF2-40B4-BE49-F238E27FC236}">
                <a16:creationId xmlns:a16="http://schemas.microsoft.com/office/drawing/2014/main" id="{0FFCB88E-F821-7783-E94D-B16CC8730B2B}"/>
              </a:ext>
            </a:extLst>
          </p:cNvPr>
          <p:cNvPicPr>
            <a:picLocks noChangeAspect="1"/>
          </p:cNvPicPr>
          <p:nvPr/>
        </p:nvPicPr>
        <p:blipFill>
          <a:blip r:embed="rId4"/>
          <a:stretch>
            <a:fillRect/>
          </a:stretch>
        </p:blipFill>
        <p:spPr>
          <a:xfrm>
            <a:off x="675957" y="2605437"/>
            <a:ext cx="7586894" cy="3342592"/>
          </a:xfrm>
          <a:prstGeom prst="rect">
            <a:avLst/>
          </a:prstGeom>
        </p:spPr>
      </p:pic>
      <p:pic>
        <p:nvPicPr>
          <p:cNvPr id="7" name="Picture 6">
            <a:extLst>
              <a:ext uri="{FF2B5EF4-FFF2-40B4-BE49-F238E27FC236}">
                <a16:creationId xmlns:a16="http://schemas.microsoft.com/office/drawing/2014/main" id="{83B424C0-9A0B-8514-D7AE-56CB995DEA83}"/>
              </a:ext>
            </a:extLst>
          </p:cNvPr>
          <p:cNvPicPr>
            <a:picLocks noChangeAspect="1"/>
          </p:cNvPicPr>
          <p:nvPr/>
        </p:nvPicPr>
        <p:blipFill>
          <a:blip r:embed="rId5"/>
          <a:stretch>
            <a:fillRect/>
          </a:stretch>
        </p:blipFill>
        <p:spPr>
          <a:xfrm>
            <a:off x="872710" y="5948029"/>
            <a:ext cx="7315327" cy="4239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17"/>
                                        </p:tgtEl>
                                        <p:attrNameLst>
                                          <p:attrName>style.visibility</p:attrName>
                                        </p:attrNameLst>
                                      </p:cBhvr>
                                      <p:to>
                                        <p:strVal val="visible"/>
                                      </p:to>
                                    </p:set>
                                    <p:anim calcmode="lin" valueType="num">
                                      <p:cBhvr additive="base">
                                        <p:cTn id="7" dur="500"/>
                                        <p:tgtEl>
                                          <p:spTgt spid="317"/>
                                        </p:tgtEl>
                                        <p:attrNameLst>
                                          <p:attrName>ppt_w</p:attrName>
                                        </p:attrNameLst>
                                      </p:cBhvr>
                                      <p:tavLst>
                                        <p:tav tm="0">
                                          <p:val>
                                            <p:strVal val="0"/>
                                          </p:val>
                                        </p:tav>
                                        <p:tav tm="100000">
                                          <p:val>
                                            <p:strVal val="#ppt_w"/>
                                          </p:val>
                                        </p:tav>
                                      </p:tavLst>
                                    </p:anim>
                                    <p:anim calcmode="lin" valueType="num">
                                      <p:cBhvr additive="base">
                                        <p:cTn id="8" dur="500"/>
                                        <p:tgtEl>
                                          <p:spTgt spid="31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8"/>
                                        </p:tgtEl>
                                        <p:attrNameLst>
                                          <p:attrName>style.visibility</p:attrName>
                                        </p:attrNameLst>
                                      </p:cBhvr>
                                      <p:to>
                                        <p:strVal val="visible"/>
                                      </p:to>
                                    </p:set>
                                    <p:animEffect transition="in" filter="fade">
                                      <p:cBhvr>
                                        <p:cTn id="13" dur="1000"/>
                                        <p:tgtEl>
                                          <p:spTgt spid="31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19"/>
                                        </p:tgtEl>
                                        <p:attrNameLst>
                                          <p:attrName>style.visibility</p:attrName>
                                        </p:attrNameLst>
                                      </p:cBhvr>
                                      <p:to>
                                        <p:strVal val="visible"/>
                                      </p:to>
                                    </p:set>
                                    <p:animEffect transition="in" filter="fade">
                                      <p:cBhvr>
                                        <p:cTn id="18" dur="1000"/>
                                        <p:tgtEl>
                                          <p:spTgt spid="3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0">
                                            <p:txEl>
                                              <p:pRg st="0" end="0"/>
                                            </p:txEl>
                                          </p:spTgt>
                                        </p:tgtEl>
                                        <p:attrNameLst>
                                          <p:attrName>style.visibility</p:attrName>
                                        </p:attrNameLst>
                                      </p:cBhvr>
                                      <p:to>
                                        <p:strVal val="visible"/>
                                      </p:to>
                                    </p:set>
                                    <p:animEffect transition="in" filter="fade">
                                      <p:cBhvr>
                                        <p:cTn id="23" dur="1000"/>
                                        <p:tgtEl>
                                          <p:spTgt spid="32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20">
                                            <p:txEl>
                                              <p:pRg st="1" end="1"/>
                                            </p:txEl>
                                          </p:spTgt>
                                        </p:tgtEl>
                                        <p:attrNameLst>
                                          <p:attrName>style.visibility</p:attrName>
                                        </p:attrNameLst>
                                      </p:cBhvr>
                                      <p:to>
                                        <p:strVal val="visible"/>
                                      </p:to>
                                    </p:set>
                                    <p:animEffect transition="in" filter="fade">
                                      <p:cBhvr>
                                        <p:cTn id="28" dur="1000"/>
                                        <p:tgtEl>
                                          <p:spTgt spid="3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3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26" name="Google Shape;326;p33"/>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dirty="0"/>
              <a:t>Future scope</a:t>
            </a:r>
            <a:endParaRPr dirty="0"/>
          </a:p>
        </p:txBody>
      </p:sp>
      <p:sp>
        <p:nvSpPr>
          <p:cNvPr id="327" name="Google Shape;327;p33"/>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8" name="Google Shape;328;p33"/>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 name="TextBox 2">
            <a:extLst>
              <a:ext uri="{FF2B5EF4-FFF2-40B4-BE49-F238E27FC236}">
                <a16:creationId xmlns:a16="http://schemas.microsoft.com/office/drawing/2014/main" id="{89022885-3EA8-E9C4-B634-1605F0C56441}"/>
              </a:ext>
            </a:extLst>
          </p:cNvPr>
          <p:cNvSpPr txBox="1"/>
          <p:nvPr/>
        </p:nvSpPr>
        <p:spPr>
          <a:xfrm>
            <a:off x="567547" y="2228559"/>
            <a:ext cx="9888988" cy="2523768"/>
          </a:xfrm>
          <a:prstGeom prst="rect">
            <a:avLst/>
          </a:prstGeom>
          <a:noFill/>
        </p:spPr>
        <p:txBody>
          <a:bodyPr wrap="square">
            <a:spAutoFit/>
          </a:bodyPr>
          <a:lstStyle/>
          <a:p>
            <a:pPr>
              <a:buNone/>
            </a:pPr>
            <a:endParaRPr lang="en-IN" sz="1800" b="1" dirty="0"/>
          </a:p>
          <a:p>
            <a:pPr algn="just">
              <a:buFont typeface="Arial" panose="020B0604020202020204" pitchFamily="34" charset="0"/>
              <a:buChar char="•"/>
            </a:pPr>
            <a:r>
              <a:rPr lang="en-IN" sz="2800" dirty="0"/>
              <a:t>Develop a Power BI dashboard for interactive analysis.</a:t>
            </a:r>
          </a:p>
          <a:p>
            <a:pPr algn="just">
              <a:buFont typeface="Arial" panose="020B0604020202020204" pitchFamily="34" charset="0"/>
              <a:buChar char="•"/>
            </a:pPr>
            <a:r>
              <a:rPr lang="en-IN" sz="2800" dirty="0"/>
              <a:t>Include more years and larger agricultural datasets.</a:t>
            </a:r>
          </a:p>
          <a:p>
            <a:pPr algn="just">
              <a:buFont typeface="Arial" panose="020B0604020202020204" pitchFamily="34" charset="0"/>
              <a:buChar char="•"/>
            </a:pPr>
            <a:r>
              <a:rPr lang="en-IN" sz="2800" dirty="0"/>
              <a:t>Apply machine learning to predict yield and profit.</a:t>
            </a:r>
          </a:p>
          <a:p>
            <a:pPr algn="just">
              <a:buFont typeface="Arial" panose="020B0604020202020204" pitchFamily="34" charset="0"/>
              <a:buChar char="•"/>
            </a:pPr>
            <a:r>
              <a:rPr lang="en-IN" sz="2800" dirty="0"/>
              <a:t>Add real-time weather and market-price data.</a:t>
            </a:r>
          </a:p>
          <a:p>
            <a:pPr algn="just">
              <a:buFont typeface="Arial" panose="020B0604020202020204" pitchFamily="34" charset="0"/>
              <a:buChar char="•"/>
            </a:pPr>
            <a:r>
              <a:rPr lang="en-IN" sz="2800" dirty="0"/>
              <a:t>Provide crop and irrigation recommendations.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anim calcmode="lin" valueType="num">
                                      <p:cBhvr additive="base">
                                        <p:cTn id="7" dur="500"/>
                                        <p:tgtEl>
                                          <p:spTgt spid="326"/>
                                        </p:tgtEl>
                                        <p:attrNameLst>
                                          <p:attrName>ppt_w</p:attrName>
                                        </p:attrNameLst>
                                      </p:cBhvr>
                                      <p:tavLst>
                                        <p:tav tm="0">
                                          <p:val>
                                            <p:strVal val="0"/>
                                          </p:val>
                                        </p:tav>
                                        <p:tav tm="100000">
                                          <p:val>
                                            <p:strVal val="#ppt_w"/>
                                          </p:val>
                                        </p:tav>
                                      </p:tavLst>
                                    </p:anim>
                                    <p:anim calcmode="lin" valueType="num">
                                      <p:cBhvr additive="base">
                                        <p:cTn id="8" dur="500"/>
                                        <p:tgtEl>
                                          <p:spTgt spid="32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27"/>
                                        </p:tgtEl>
                                        <p:attrNameLst>
                                          <p:attrName>style.visibility</p:attrName>
                                        </p:attrNameLst>
                                      </p:cBhvr>
                                      <p:to>
                                        <p:strVal val="visible"/>
                                      </p:to>
                                    </p:set>
                                    <p:animEffect transition="in" filter="fade">
                                      <p:cBhvr>
                                        <p:cTn id="13" dur="1000"/>
                                        <p:tgtEl>
                                          <p:spTgt spid="32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8"/>
                                        </p:tgtEl>
                                        <p:attrNameLst>
                                          <p:attrName>style.visibility</p:attrName>
                                        </p:attrNameLst>
                                      </p:cBhvr>
                                      <p:to>
                                        <p:strVal val="visible"/>
                                      </p:to>
                                    </p:set>
                                    <p:animEffect transition="in" filter="fade">
                                      <p:cBhvr>
                                        <p:cTn id="18" dur="1000"/>
                                        <p:tgtEl>
                                          <p:spTgt spid="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34"/>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34" name="Google Shape;334;p34"/>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GitHub Link</a:t>
            </a:r>
            <a:endParaRPr/>
          </a:p>
        </p:txBody>
      </p:sp>
      <p:sp>
        <p:nvSpPr>
          <p:cNvPr id="335" name="Google Shape;335;p34"/>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36" name="Google Shape;336;p34"/>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34"/>
                                        </p:tgtEl>
                                        <p:attrNameLst>
                                          <p:attrName>style.visibility</p:attrName>
                                        </p:attrNameLst>
                                      </p:cBhvr>
                                      <p:to>
                                        <p:strVal val="visible"/>
                                      </p:to>
                                    </p:set>
                                    <p:anim calcmode="lin" valueType="num">
                                      <p:cBhvr additive="base">
                                        <p:cTn id="7" dur="500"/>
                                        <p:tgtEl>
                                          <p:spTgt spid="334"/>
                                        </p:tgtEl>
                                        <p:attrNameLst>
                                          <p:attrName>ppt_w</p:attrName>
                                        </p:attrNameLst>
                                      </p:cBhvr>
                                      <p:tavLst>
                                        <p:tav tm="0">
                                          <p:val>
                                            <p:strVal val="0"/>
                                          </p:val>
                                        </p:tav>
                                        <p:tav tm="100000">
                                          <p:val>
                                            <p:strVal val="#ppt_w"/>
                                          </p:val>
                                        </p:tav>
                                      </p:tavLst>
                                    </p:anim>
                                    <p:anim calcmode="lin" valueType="num">
                                      <p:cBhvr additive="base">
                                        <p:cTn id="8" dur="500"/>
                                        <p:tgtEl>
                                          <p:spTgt spid="33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35"/>
                                        </p:tgtEl>
                                        <p:attrNameLst>
                                          <p:attrName>style.visibility</p:attrName>
                                        </p:attrNameLst>
                                      </p:cBhvr>
                                      <p:to>
                                        <p:strVal val="visible"/>
                                      </p:to>
                                    </p:set>
                                    <p:animEffect transition="in" filter="fade">
                                      <p:cBhvr>
                                        <p:cTn id="13" dur="1000"/>
                                        <p:tgtEl>
                                          <p:spTgt spid="33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36"/>
                                        </p:tgtEl>
                                        <p:attrNameLst>
                                          <p:attrName>style.visibility</p:attrName>
                                        </p:attrNameLst>
                                      </p:cBhvr>
                                      <p:to>
                                        <p:strVal val="visible"/>
                                      </p:to>
                                    </p:set>
                                    <p:animEffect transition="in" filter="fade">
                                      <p:cBhvr>
                                        <p:cTn id="18" dur="1000"/>
                                        <p:tgtEl>
                                          <p:spTgt spid="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p3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43" name="Google Shape;343;p35"/>
          <p:cNvSpPr txBox="1">
            <a:spLocks noGrp="1"/>
          </p:cNvSpPr>
          <p:nvPr>
            <p:ph type="title"/>
          </p:nvPr>
        </p:nvSpPr>
        <p:spPr>
          <a:xfrm>
            <a:off x="675957" y="370589"/>
            <a:ext cx="8351400" cy="884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44" name="Google Shape;344;p35"/>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45" name="Google Shape;345;p35"/>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3" name="Picture 2">
            <a:extLst>
              <a:ext uri="{FF2B5EF4-FFF2-40B4-BE49-F238E27FC236}">
                <a16:creationId xmlns:a16="http://schemas.microsoft.com/office/drawing/2014/main" id="{166E9460-5294-383C-4976-266F39E38447}"/>
              </a:ext>
            </a:extLst>
          </p:cNvPr>
          <p:cNvPicPr>
            <a:picLocks noChangeAspect="1"/>
          </p:cNvPicPr>
          <p:nvPr/>
        </p:nvPicPr>
        <p:blipFill>
          <a:blip r:embed="rId4"/>
          <a:stretch>
            <a:fillRect/>
          </a:stretch>
        </p:blipFill>
        <p:spPr>
          <a:xfrm>
            <a:off x="473825" y="1771996"/>
            <a:ext cx="6134553" cy="47964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 calcmode="lin" valueType="num">
                                      <p:cBhvr additive="base">
                                        <p:cTn id="7" dur="500"/>
                                        <p:tgtEl>
                                          <p:spTgt spid="343"/>
                                        </p:tgtEl>
                                        <p:attrNameLst>
                                          <p:attrName>ppt_w</p:attrName>
                                        </p:attrNameLst>
                                      </p:cBhvr>
                                      <p:tavLst>
                                        <p:tav tm="0">
                                          <p:val>
                                            <p:strVal val="0"/>
                                          </p:val>
                                        </p:tav>
                                        <p:tav tm="100000">
                                          <p:val>
                                            <p:strVal val="#ppt_w"/>
                                          </p:val>
                                        </p:tav>
                                      </p:tavLst>
                                    </p:anim>
                                    <p:anim calcmode="lin" valueType="num">
                                      <p:cBhvr additive="base">
                                        <p:cTn id="8" dur="500"/>
                                        <p:tgtEl>
                                          <p:spTgt spid="34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44"/>
                                        </p:tgtEl>
                                        <p:attrNameLst>
                                          <p:attrName>style.visibility</p:attrName>
                                        </p:attrNameLst>
                                      </p:cBhvr>
                                      <p:to>
                                        <p:strVal val="visible"/>
                                      </p:to>
                                    </p:set>
                                    <p:animEffect transition="in" filter="fade">
                                      <p:cBhvr>
                                        <p:cTn id="13" dur="1000"/>
                                        <p:tgtEl>
                                          <p:spTgt spid="3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45"/>
                                        </p:tgtEl>
                                        <p:attrNameLst>
                                          <p:attrName>style.visibility</p:attrName>
                                        </p:attrNameLst>
                                      </p:cBhvr>
                                      <p:to>
                                        <p:strVal val="visible"/>
                                      </p:to>
                                    </p:set>
                                    <p:animEffect transition="in" filter="fade">
                                      <p:cBhvr>
                                        <p:cTn id="18" dur="10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6"/>
          <p:cNvSpPr txBox="1">
            <a:spLocks noGrp="1"/>
          </p:cNvSpPr>
          <p:nvPr>
            <p:ph type="title"/>
          </p:nvPr>
        </p:nvSpPr>
        <p:spPr>
          <a:xfrm>
            <a:off x="-108327" y="2912272"/>
            <a:ext cx="11340000" cy="700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rebuchet MS"/>
              <a:buNone/>
            </a:pPr>
            <a:r>
              <a:rPr lang="en-US" sz="4800" b="1" dirty="0">
                <a:solidFill>
                  <a:schemeClr val="dk1"/>
                </a:solidFill>
              </a:rPr>
              <a:t>Thank you</a:t>
            </a:r>
            <a:endParaRPr dirty="0"/>
          </a:p>
        </p:txBody>
      </p:sp>
      <p:sp>
        <p:nvSpPr>
          <p:cNvPr id="351" name="Google Shape;351;p36"/>
          <p:cNvSpPr txBox="1">
            <a:spLocks noGrp="1"/>
          </p:cNvSpPr>
          <p:nvPr>
            <p:ph type="body" idx="8"/>
          </p:nvPr>
        </p:nvSpPr>
        <p:spPr>
          <a:xfrm>
            <a:off x="3727865" y="4641925"/>
            <a:ext cx="2139600" cy="1108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280"/>
              <a:buNone/>
            </a:pPr>
            <a:r>
              <a:rPr lang="en-US"/>
              <a:t>.</a:t>
            </a:r>
            <a:endParaRPr/>
          </a:p>
        </p:txBody>
      </p:sp>
      <p:sp>
        <p:nvSpPr>
          <p:cNvPr id="352" name="Google Shape;352;p36"/>
          <p:cNvSpPr txBox="1"/>
          <p:nvPr/>
        </p:nvSpPr>
        <p:spPr>
          <a:xfrm>
            <a:off x="878337" y="4134780"/>
            <a:ext cx="2596500" cy="45390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chemeClr val="accent1"/>
              </a:buClr>
              <a:buSzPts val="1920"/>
              <a:buFont typeface="Noto Sans Symbols"/>
              <a:buNone/>
            </a:pPr>
            <a:endParaRPr sz="2400" b="1">
              <a:solidFill>
                <a:schemeClr val="accent4"/>
              </a:solidFill>
              <a:latin typeface="Trebuchet MS"/>
              <a:ea typeface="Trebuchet MS"/>
              <a:cs typeface="Trebuchet MS"/>
              <a:sym typeface="Trebuchet MS"/>
            </a:endParaRPr>
          </a:p>
        </p:txBody>
      </p:sp>
      <p:sp>
        <p:nvSpPr>
          <p:cNvPr id="353" name="Google Shape;353;p36"/>
          <p:cNvSpPr txBox="1"/>
          <p:nvPr/>
        </p:nvSpPr>
        <p:spPr>
          <a:xfrm>
            <a:off x="5353508" y="3962573"/>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4" name="Google Shape;354;p36"/>
          <p:cNvSpPr txBox="1"/>
          <p:nvPr/>
        </p:nvSpPr>
        <p:spPr>
          <a:xfrm>
            <a:off x="7789163" y="3962572"/>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5" name="Google Shape;355;p36"/>
          <p:cNvSpPr txBox="1"/>
          <p:nvPr/>
        </p:nvSpPr>
        <p:spPr>
          <a:xfrm>
            <a:off x="6096000"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endParaRPr sz="1600">
              <a:solidFill>
                <a:schemeClr val="dk1"/>
              </a:solidFill>
              <a:latin typeface="Trebuchet MS"/>
              <a:ea typeface="Trebuchet MS"/>
              <a:cs typeface="Trebuchet MS"/>
              <a:sym typeface="Trebuchet MS"/>
            </a:endParaRPr>
          </a:p>
        </p:txBody>
      </p:sp>
      <p:sp>
        <p:nvSpPr>
          <p:cNvPr id="356" name="Google Shape;356;p36"/>
          <p:cNvSpPr txBox="1"/>
          <p:nvPr/>
        </p:nvSpPr>
        <p:spPr>
          <a:xfrm>
            <a:off x="8591363"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57" name="Google Shape;357;p36"/>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anim calcmode="lin" valueType="num">
                                      <p:cBhvr additive="base">
                                        <p:cTn id="7" dur="500"/>
                                        <p:tgtEl>
                                          <p:spTgt spid="350"/>
                                        </p:tgtEl>
                                        <p:attrNameLst>
                                          <p:attrName>ppt_w</p:attrName>
                                        </p:attrNameLst>
                                      </p:cBhvr>
                                      <p:tavLst>
                                        <p:tav tm="0">
                                          <p:val>
                                            <p:strVal val="0"/>
                                          </p:val>
                                        </p:tav>
                                        <p:tav tm="100000">
                                          <p:val>
                                            <p:strVal val="#ppt_w"/>
                                          </p:val>
                                        </p:tav>
                                      </p:tavLst>
                                    </p:anim>
                                    <p:anim calcmode="lin" valueType="num">
                                      <p:cBhvr additive="base">
                                        <p:cTn id="8" dur="500"/>
                                        <p:tgtEl>
                                          <p:spTgt spid="35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52"/>
                                        </p:tgtEl>
                                        <p:attrNameLst>
                                          <p:attrName>style.visibility</p:attrName>
                                        </p:attrNameLst>
                                      </p:cBhvr>
                                      <p:to>
                                        <p:strVal val="visible"/>
                                      </p:to>
                                    </p:set>
                                    <p:animEffect transition="in" filter="fade">
                                      <p:cBhvr>
                                        <p:cTn id="13" dur="500"/>
                                        <p:tgtEl>
                                          <p:spTgt spid="3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51">
                                            <p:txEl>
                                              <p:pRg st="0" end="0"/>
                                            </p:txEl>
                                          </p:spTgt>
                                        </p:tgtEl>
                                        <p:attrNameLst>
                                          <p:attrName>style.visibility</p:attrName>
                                        </p:attrNameLst>
                                      </p:cBhvr>
                                      <p:to>
                                        <p:strVal val="visible"/>
                                      </p:to>
                                    </p:set>
                                    <p:animEffect transition="in" filter="fade">
                                      <p:cBhvr>
                                        <p:cTn id="18" dur="500"/>
                                        <p:tgtEl>
                                          <p:spTgt spid="35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3"/>
                                        </p:tgtEl>
                                        <p:attrNameLst>
                                          <p:attrName>style.visibility</p:attrName>
                                        </p:attrNameLst>
                                      </p:cBhvr>
                                      <p:to>
                                        <p:strVal val="visible"/>
                                      </p:to>
                                    </p:set>
                                    <p:animEffect transition="in" filter="fade">
                                      <p:cBhvr>
                                        <p:cTn id="23" dur="500"/>
                                        <p:tgtEl>
                                          <p:spTgt spid="35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55"/>
                                        </p:tgtEl>
                                        <p:attrNameLst>
                                          <p:attrName>style.visibility</p:attrName>
                                        </p:attrNameLst>
                                      </p:cBhvr>
                                      <p:to>
                                        <p:strVal val="visible"/>
                                      </p:to>
                                    </p:set>
                                    <p:animEffect transition="in" filter="fade">
                                      <p:cBhvr>
                                        <p:cTn id="28" dur="500"/>
                                        <p:tgtEl>
                                          <p:spTgt spid="35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54"/>
                                        </p:tgtEl>
                                        <p:attrNameLst>
                                          <p:attrName>style.visibility</p:attrName>
                                        </p:attrNameLst>
                                      </p:cBhvr>
                                      <p:to>
                                        <p:strVal val="visible"/>
                                      </p:to>
                                    </p:set>
                                    <p:animEffect transition="in" filter="fade">
                                      <p:cBhvr>
                                        <p:cTn id="33" dur="500"/>
                                        <p:tgtEl>
                                          <p:spTgt spid="35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56"/>
                                        </p:tgtEl>
                                        <p:attrNameLst>
                                          <p:attrName>style.visibility</p:attrName>
                                        </p:attrNameLst>
                                      </p:cBhvr>
                                      <p:to>
                                        <p:strVal val="visible"/>
                                      </p:to>
                                    </p:set>
                                    <p:animEffect transition="in" filter="fade">
                                      <p:cBhvr>
                                        <p:cTn id="38" dur="5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515</Words>
  <Application>Microsoft Office PowerPoint</Application>
  <PresentationFormat>Widescreen</PresentationFormat>
  <Paragraphs>57</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Noto Sans Symbols</vt:lpstr>
      <vt:lpstr>Trebuchet MS</vt:lpstr>
      <vt:lpstr>Facet</vt:lpstr>
      <vt:lpstr>Project Title -Seasonal Agriculture Performance Analysis</vt:lpstr>
      <vt:lpstr>PROBLEM  STATEMENT</vt:lpstr>
      <vt:lpstr>Project Description </vt:lpstr>
      <vt:lpstr>RAW DATASET</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Naraharisetti Venkata Apoorva</cp:lastModifiedBy>
  <cp:revision>3</cp:revision>
  <dcterms:modified xsi:type="dcterms:W3CDTF">2026-09-10T07:37:54Z</dcterms:modified>
</cp:coreProperties>
</file>